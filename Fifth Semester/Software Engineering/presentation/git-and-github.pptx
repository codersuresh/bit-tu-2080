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725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B9B50-B39A-4905-8EB2-C0F666B0B24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EB22E-BDDF-41FC-B14B-4692B6510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90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B45E1-3613-4F67-AF13-27AB3DCB2234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59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0637-30FC-4ED3-9B66-40C28A22B8F9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591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7F30-7AD4-4F26-9CF0-A0E03F6ACB84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3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10F33-3B5E-4A55-BD80-29252F61C8BA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69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C489-364B-4269-87DF-DADFC99A7412}" type="datetime1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81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18B1C-4615-4128-A6FA-3B8F7B7EC0A7}" type="datetime1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5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21489-9548-4EAB-BCD3-541FCB6A09BD}" type="datetime1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89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2DADE-4742-4E18-92A1-DB1F28055983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54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9744-67DE-45B9-8F11-46E34F7EE033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49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19A1-3AC6-45EE-8E16-9E37FBE172C9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79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3CC6-BA13-4D00-9C37-F528A05A9C3C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0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BA2A323A-E12A-4D8B-B654-2F9CF7514842}" type="datetime1">
              <a:rPr lang="en-US" smtClean="0"/>
              <a:t>1/24/2026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Presented by: Suresh Dahal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9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BB887A-DB02-4431-8FDF-F517505C9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B0B72D-0EF3-1EBB-42A1-25232C6DC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2406" y="557783"/>
            <a:ext cx="5852698" cy="3130807"/>
          </a:xfrm>
        </p:spPr>
        <p:txBody>
          <a:bodyPr>
            <a:normAutofit/>
          </a:bodyPr>
          <a:lstStyle/>
          <a:p>
            <a:r>
              <a:rPr lang="en-US" b="1" dirty="0"/>
              <a:t>Git and 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24C3C-3B63-3FBB-44CD-BF074C2DD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02406" y="3902206"/>
            <a:ext cx="5852698" cy="2240529"/>
          </a:xfrm>
        </p:spPr>
        <p:txBody>
          <a:bodyPr>
            <a:normAutofit/>
          </a:bodyPr>
          <a:lstStyle/>
          <a:p>
            <a:r>
              <a:rPr lang="en-US" dirty="0"/>
              <a:t>Presented by: Suresh Dahal</a:t>
            </a:r>
          </a:p>
        </p:txBody>
      </p:sp>
      <p:pic>
        <p:nvPicPr>
          <p:cNvPr id="4" name="Picture 3" descr="Colorful wavy concept">
            <a:extLst>
              <a:ext uri="{FF2B5EF4-FFF2-40B4-BE49-F238E27FC236}">
                <a16:creationId xmlns:a16="http://schemas.microsoft.com/office/drawing/2014/main" id="{A4120B61-D7B8-F777-B14A-AE00F557B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89" r="23127" b="-1"/>
          <a:stretch>
            <a:fillRect/>
          </a:stretch>
        </p:blipFill>
        <p:spPr>
          <a:xfrm>
            <a:off x="20" y="10"/>
            <a:ext cx="5710632" cy="6857990"/>
          </a:xfrm>
          <a:custGeom>
            <a:avLst/>
            <a:gdLst/>
            <a:ahLst/>
            <a:cxnLst/>
            <a:rect l="l" t="t" r="r" b="b"/>
            <a:pathLst>
              <a:path w="5710652" h="6858000">
                <a:moveTo>
                  <a:pt x="4831301" y="0"/>
                </a:moveTo>
                <a:lnTo>
                  <a:pt x="5696109" y="0"/>
                </a:lnTo>
                <a:lnTo>
                  <a:pt x="5706418" y="42969"/>
                </a:lnTo>
                <a:cubicBezTo>
                  <a:pt x="5714414" y="100391"/>
                  <a:pt x="5711283" y="160329"/>
                  <a:pt x="5695333" y="219852"/>
                </a:cubicBezTo>
                <a:cubicBezTo>
                  <a:pt x="5631536" y="457945"/>
                  <a:pt x="5386806" y="599240"/>
                  <a:pt x="5148712" y="535443"/>
                </a:cubicBezTo>
                <a:cubicBezTo>
                  <a:pt x="4940381" y="479621"/>
                  <a:pt x="4806160" y="285271"/>
                  <a:pt x="4818599" y="78052"/>
                </a:cubicBezTo>
                <a:close/>
                <a:moveTo>
                  <a:pt x="0" y="0"/>
                </a:moveTo>
                <a:lnTo>
                  <a:pt x="545808" y="0"/>
                </a:lnTo>
                <a:lnTo>
                  <a:pt x="4212872" y="0"/>
                </a:lnTo>
                <a:lnTo>
                  <a:pt x="4204748" y="184996"/>
                </a:lnTo>
                <a:cubicBezTo>
                  <a:pt x="4203390" y="263520"/>
                  <a:pt x="4204263" y="341910"/>
                  <a:pt x="4207775" y="419995"/>
                </a:cubicBezTo>
                <a:cubicBezTo>
                  <a:pt x="4220964" y="709488"/>
                  <a:pt x="4449625" y="891535"/>
                  <a:pt x="4655737" y="1068099"/>
                </a:cubicBezTo>
                <a:cubicBezTo>
                  <a:pt x="5169527" y="1508061"/>
                  <a:pt x="5344373" y="2032158"/>
                  <a:pt x="5103604" y="2589405"/>
                </a:cubicBezTo>
                <a:cubicBezTo>
                  <a:pt x="5010230" y="2805523"/>
                  <a:pt x="4828675" y="2993264"/>
                  <a:pt x="4657611" y="3164269"/>
                </a:cubicBezTo>
                <a:cubicBezTo>
                  <a:pt x="4198817" y="3622744"/>
                  <a:pt x="4217616" y="4154456"/>
                  <a:pt x="4499219" y="4641255"/>
                </a:cubicBezTo>
                <a:cubicBezTo>
                  <a:pt x="4699839" y="4986832"/>
                  <a:pt x="4940395" y="5311556"/>
                  <a:pt x="5110950" y="5670858"/>
                </a:cubicBezTo>
                <a:cubicBezTo>
                  <a:pt x="5277001" y="6019042"/>
                  <a:pt x="5375520" y="6366409"/>
                  <a:pt x="5396522" y="6707670"/>
                </a:cubicBezTo>
                <a:lnTo>
                  <a:pt x="539889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14500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29AC-AF26-E412-5F34-95EFAE779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527DE-A9B9-A046-3CEB-0DF15293F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Introduction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What is Version Control?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What is Git? Its Alternatives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What is GitHub? Why Do We Need It?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General Git Commands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Version Control in Action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5D3D87-F648-EEFA-D46E-B22026827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D90DB-5EA1-7907-1AE8-AE163A78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z="2000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306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54B1-3056-84E0-0EEF-063DE789C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5453C-4DCF-AE04-93EB-C6B103B6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BB2E-D2CD-BE83-B14E-15C500B2B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Git is a tool used for </a:t>
            </a:r>
            <a:r>
              <a:rPr lang="en-US" sz="2400" u="sng" dirty="0"/>
              <a:t>version control</a:t>
            </a:r>
            <a:br>
              <a:rPr lang="en-US" sz="2400" u="sng" dirty="0"/>
            </a:br>
            <a:endParaRPr lang="en-US" sz="2400" u="sng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GitHub is a platform used to host files in cloud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Not a completely different things like car and carpet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They are “</a:t>
            </a:r>
            <a:r>
              <a:rPr lang="en-US" sz="2400" i="1" dirty="0"/>
              <a:t>Same-same but different</a:t>
            </a:r>
            <a:r>
              <a:rPr lang="en-US" sz="2400" dirty="0"/>
              <a:t>…”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E0647-B11B-623C-5901-A0996A41E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2ECFB-0FC9-4B71-5661-E5295ED90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z="2000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643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EE0E8-EC2D-D87C-CFA8-F470736EF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F3AE1-4393-0B1C-0705-58B7F853F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Version Control?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02D95-D059-A728-0BE9-412E052D8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Like time machine for files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Keeping track of multiple versions of a file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See who changed what when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Easy to roll back 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Easy to track changes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74012-7581-C8E6-1A62-5BB06B188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4C863-9047-032C-3F41-786FEA104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z="2000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094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85555-E647-54C6-FF7C-98F05AB0C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046F0-C196-0E72-CB7F-A81B7DF53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Git? Its Alternatives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3D238-B0C3-331C-C48D-7FF7A1558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Distributed Version Control System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Tracks changes in files &amp; projects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Works offline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Enables branching and merging efficiently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Created by Linus Torvalds in 2005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1025C2-7CE5-2A11-ACCA-286410580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357DD-62A7-C5CE-DAA9-A7E13253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z="2000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623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10BBC-BF6A-2620-2B3F-CC1522376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9A10F-ED04-BECE-9DAA-1257C42B4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Git? Its Alternatives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56D56-8B56-6706-C9C2-C7C5A1DA2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Alternatives to Git:</a:t>
            </a:r>
            <a:br>
              <a:rPr lang="en-US" sz="2400" b="1" dirty="0"/>
            </a:b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SVN (Subversion)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Mercurian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Perforce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EA203C-3588-C0ED-87B9-757FFDDA5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48E464-1E5F-770D-7305-6C4AC5FD4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z="2000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102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6E7CE-5EB9-195F-4F23-464A09060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53DC4-0DF2-06F8-D111-DF0606CB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GitHub? Why Do We Need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4550B-8B6E-0B73-78AE-85D4C3491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 cloud-based platform for hosting Git repositories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Built on top of Git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Enables collaboration and code sharing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Provides tools beyond version control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2C50BD-007A-EA9D-2679-F4C625D3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CF0EA-96D8-C2CE-E6E8-168BB0B25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z="2000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132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C986D-4016-1F2F-4B00-7A1E0C27D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6DAD8-3C4C-BC36-B68D-9B139CBB9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is GitHub? Why Do We Need It? (</a:t>
            </a:r>
            <a:r>
              <a:rPr lang="en-US" sz="3100" b="1" dirty="0"/>
              <a:t>Contd</a:t>
            </a:r>
            <a:r>
              <a:rPr lang="en-US" sz="3600" b="1" dirty="0"/>
              <a:t>.</a:t>
            </a:r>
            <a:r>
              <a:rPr lang="en-US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B70F2-38D2-3901-F872-3A205789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Remote backup of code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Team collaboration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Code review via Pull Requests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Issue tracking &amp; project management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Open-source contribution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Developer portfolio &amp; visibility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C42CC9-CC85-E50C-182B-A4759B7E5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09A95-40B0-ADE4-110D-DD09C7F4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z="2000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260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69EDF-72D7-C212-1757-B473F58EA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4C3F8-334D-2D89-8AFE-ACA401D3F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General Git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C10D5-142E-EA31-F385-2033970A7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Use </a:t>
            </a:r>
            <a:r>
              <a:rPr lang="en-US" sz="2400" b="1" dirty="0"/>
              <a:t>git </a:t>
            </a:r>
            <a:r>
              <a:rPr lang="en-US" sz="2400" b="1" dirty="0" err="1"/>
              <a:t>init</a:t>
            </a:r>
            <a:r>
              <a:rPr lang="en-US" sz="2400" b="1" dirty="0"/>
              <a:t> </a:t>
            </a:r>
            <a:r>
              <a:rPr lang="en-US" sz="2400" dirty="0"/>
              <a:t>to initialize the git within a folder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Use </a:t>
            </a:r>
            <a:r>
              <a:rPr lang="en-US" sz="2400" b="1" dirty="0"/>
              <a:t>git status </a:t>
            </a:r>
            <a:r>
              <a:rPr lang="en-US" sz="2400" dirty="0"/>
              <a:t>to view what git is currently aware of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Use </a:t>
            </a:r>
            <a:r>
              <a:rPr lang="en-US" sz="2400" b="1" dirty="0"/>
              <a:t>git add &lt;filename&gt; </a:t>
            </a:r>
            <a:r>
              <a:rPr lang="en-US" sz="2400" dirty="0"/>
              <a:t>to track changes → tracked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Use </a:t>
            </a:r>
            <a:r>
              <a:rPr lang="en-US" sz="2400" b="1" dirty="0"/>
              <a:t>git commit –m &lt;message&gt;</a:t>
            </a:r>
            <a:r>
              <a:rPr lang="en-US" sz="2400" dirty="0"/>
              <a:t> to confirm changes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Use </a:t>
            </a:r>
            <a:r>
              <a:rPr lang="en-US" sz="2400" b="1" dirty="0"/>
              <a:t>git push origin &lt;</a:t>
            </a:r>
            <a:r>
              <a:rPr lang="en-US" sz="2400" b="1" dirty="0" err="1"/>
              <a:t>branch_name</a:t>
            </a:r>
            <a:r>
              <a:rPr lang="en-US" sz="2400" b="1" dirty="0"/>
              <a:t>&gt; </a:t>
            </a:r>
            <a:r>
              <a:rPr lang="en-US" sz="2400" dirty="0"/>
              <a:t>to upload to GitHub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DB180-363C-DA1A-418D-7CB3D17C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58CDDB-CA82-E192-C42E-F71AD065A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z="2000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624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733DA-32E9-707A-E481-154C4DD87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12169-AA7F-D052-01F4-A4C43933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Version Control 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930E4-E41F-BF14-652A-B11D27D00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Open a folder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Create a file report.txt with some content (first version)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Initialize git using git </a:t>
            </a:r>
            <a:r>
              <a:rPr lang="en-US" sz="2400" dirty="0" err="1"/>
              <a:t>init</a:t>
            </a:r>
            <a:r>
              <a:rPr lang="en-US" sz="2400" dirty="0"/>
              <a:t> command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Let git track the file using git add command</a:t>
            </a:r>
          </a:p>
          <a:p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733C0-99B4-6480-96D3-442386459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F9B133-1DF3-4483-2312-67A1602BE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z="2000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819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06491-9F4E-F1FE-6FB1-F83C387C2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50939-BC31-DD7F-7F7B-A03A2921E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Version Control in Action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D4635-0683-F401-2E77-0B575BB0E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Confirm the change using git commit command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Change the content of report.txt (second version)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 Again, use git add and commit commands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Use git log command to view version history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Use git reset --hard &lt;</a:t>
            </a:r>
            <a:r>
              <a:rPr lang="en-US" sz="2400" dirty="0" err="1"/>
              <a:t>commit_code</a:t>
            </a:r>
            <a:r>
              <a:rPr lang="en-US" sz="2400" dirty="0"/>
              <a:t>&gt; to go back to that version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422C4-47B1-E4F4-E045-B09B1A26A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D0380-D085-219A-0F6B-B020FD9E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z="2000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098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ABA59-2371-7919-F963-19B47E8F9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DBCC0-12B2-DC6D-F2AD-17D7B3AA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579B5-95D8-9F7A-17B6-C07C51191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Version control is a system that keeps track of multiple versions of files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Git is a distributed version control tool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GitHub is a platform that allows to host git repositories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With version control, Git, and GitHub, we can track our work, fix mistakes, collaborate, and stay organized.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4D81A-C7B4-5646-75D3-21411F3F2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65C39-8570-BD3B-E4FC-BE8DE30FE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z="2000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923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2480-C269-B780-B69D-9F10424A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2206E-F498-8DCA-E1D4-59418B7ED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04571"/>
            <a:ext cx="109728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Thank You!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EE3BE-373D-90FC-0973-EF73EC9B2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Suresh Dahal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0CDEC-9EB1-5B60-D462-F9D567CD7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z="2000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471340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540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Avenir Next LT Pro</vt:lpstr>
      <vt:lpstr>Posterama</vt:lpstr>
      <vt:lpstr>Wingdings</vt:lpstr>
      <vt:lpstr>SplashVTI</vt:lpstr>
      <vt:lpstr>Git and GitHub</vt:lpstr>
      <vt:lpstr>Table of Contents</vt:lpstr>
      <vt:lpstr>Introduction</vt:lpstr>
      <vt:lpstr>What is Version Control?</vt:lpstr>
      <vt:lpstr>What is Git? Its Alternatives</vt:lpstr>
      <vt:lpstr>What is Git? Its Alternatives (Contd.)</vt:lpstr>
      <vt:lpstr>What is GitHub? Why Do We Need It?</vt:lpstr>
      <vt:lpstr>What is GitHub? Why Do We Need It? (Contd.)</vt:lpstr>
      <vt:lpstr>General Git Commands</vt:lpstr>
      <vt:lpstr>Version Control in Action</vt:lpstr>
      <vt:lpstr>Version Control in Action (contd.)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Dahal</dc:creator>
  <cp:lastModifiedBy>Suresh Dahal</cp:lastModifiedBy>
  <cp:revision>47</cp:revision>
  <dcterms:created xsi:type="dcterms:W3CDTF">2026-01-24T03:54:30Z</dcterms:created>
  <dcterms:modified xsi:type="dcterms:W3CDTF">2026-01-24T15:29:17Z</dcterms:modified>
</cp:coreProperties>
</file>