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60" r:id="rId4"/>
    <p:sldId id="258" r:id="rId5"/>
    <p:sldId id="259" r:id="rId6"/>
    <p:sldId id="261" r:id="rId7"/>
    <p:sldId id="262" r:id="rId8"/>
    <p:sldId id="263" r:id="rId9"/>
    <p:sldId id="265" r:id="rId10"/>
    <p:sldId id="369" r:id="rId11"/>
    <p:sldId id="266" r:id="rId12"/>
    <p:sldId id="267" r:id="rId13"/>
    <p:sldId id="264" r:id="rId14"/>
    <p:sldId id="370" r:id="rId15"/>
    <p:sldId id="371" r:id="rId16"/>
    <p:sldId id="372" r:id="rId17"/>
    <p:sldId id="374" r:id="rId18"/>
    <p:sldId id="375" r:id="rId19"/>
    <p:sldId id="373" r:id="rId20"/>
    <p:sldId id="376" r:id="rId21"/>
    <p:sldId id="377" r:id="rId22"/>
    <p:sldId id="378" r:id="rId23"/>
    <p:sldId id="379" r:id="rId24"/>
    <p:sldId id="3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dhi Ram Ghimire" userId="9cefaac4-a360-41a3-bdcf-edc30561e8d9" providerId="ADAL" clId="{17C0D477-DA14-4EA2-A0D7-6DB17D6FDA60}"/>
    <pc:docChg chg="custSel modSld">
      <pc:chgData name="Dadhi Ram Ghimire" userId="9cefaac4-a360-41a3-bdcf-edc30561e8d9" providerId="ADAL" clId="{17C0D477-DA14-4EA2-A0D7-6DB17D6FDA60}" dt="2024-08-29T03:23:11.524" v="7" actId="478"/>
      <pc:docMkLst>
        <pc:docMk/>
      </pc:docMkLst>
      <pc:sldChg chg="delSp mod">
        <pc:chgData name="Dadhi Ram Ghimire" userId="9cefaac4-a360-41a3-bdcf-edc30561e8d9" providerId="ADAL" clId="{17C0D477-DA14-4EA2-A0D7-6DB17D6FDA60}" dt="2024-08-29T03:22:36.826" v="1" actId="478"/>
        <pc:sldMkLst>
          <pc:docMk/>
          <pc:sldMk cId="1918151465" sldId="372"/>
        </pc:sldMkLst>
        <pc:spChg chg="del">
          <ac:chgData name="Dadhi Ram Ghimire" userId="9cefaac4-a360-41a3-bdcf-edc30561e8d9" providerId="ADAL" clId="{17C0D477-DA14-4EA2-A0D7-6DB17D6FDA60}" dt="2024-08-29T03:22:36.826" v="1" actId="478"/>
          <ac:spMkLst>
            <pc:docMk/>
            <pc:sldMk cId="1918151465" sldId="372"/>
            <ac:spMk id="2" creationId="{CD9AEB3F-124A-405B-BA11-96F64A8F9806}"/>
          </ac:spMkLst>
        </pc:spChg>
        <pc:spChg chg="del">
          <ac:chgData name="Dadhi Ram Ghimire" userId="9cefaac4-a360-41a3-bdcf-edc30561e8d9" providerId="ADAL" clId="{17C0D477-DA14-4EA2-A0D7-6DB17D6FDA60}" dt="2024-08-29T03:22:33.937" v="0" actId="478"/>
          <ac:spMkLst>
            <pc:docMk/>
            <pc:sldMk cId="1918151465" sldId="372"/>
            <ac:spMk id="3" creationId="{C1E4EB5A-F98C-40C3-A3F8-DBF1A89B1905}"/>
          </ac:spMkLst>
        </pc:spChg>
      </pc:sldChg>
      <pc:sldChg chg="delSp mod">
        <pc:chgData name="Dadhi Ram Ghimire" userId="9cefaac4-a360-41a3-bdcf-edc30561e8d9" providerId="ADAL" clId="{17C0D477-DA14-4EA2-A0D7-6DB17D6FDA60}" dt="2024-08-29T03:23:00.076" v="5" actId="478"/>
        <pc:sldMkLst>
          <pc:docMk/>
          <pc:sldMk cId="1742149271" sldId="373"/>
        </pc:sldMkLst>
        <pc:spChg chg="del">
          <ac:chgData name="Dadhi Ram Ghimire" userId="9cefaac4-a360-41a3-bdcf-edc30561e8d9" providerId="ADAL" clId="{17C0D477-DA14-4EA2-A0D7-6DB17D6FDA60}" dt="2024-08-29T03:23:00.076" v="5" actId="478"/>
          <ac:spMkLst>
            <pc:docMk/>
            <pc:sldMk cId="1742149271" sldId="373"/>
            <ac:spMk id="2" creationId="{8074A898-6631-429F-8DCB-3E755B388109}"/>
          </ac:spMkLst>
        </pc:spChg>
        <pc:spChg chg="del">
          <ac:chgData name="Dadhi Ram Ghimire" userId="9cefaac4-a360-41a3-bdcf-edc30561e8d9" providerId="ADAL" clId="{17C0D477-DA14-4EA2-A0D7-6DB17D6FDA60}" dt="2024-08-29T03:22:57.886" v="4" actId="478"/>
          <ac:spMkLst>
            <pc:docMk/>
            <pc:sldMk cId="1742149271" sldId="373"/>
            <ac:spMk id="3" creationId="{E19E5B3F-2807-4A59-8DF0-52D9E28AA6BB}"/>
          </ac:spMkLst>
        </pc:spChg>
      </pc:sldChg>
      <pc:sldChg chg="delSp mod">
        <pc:chgData name="Dadhi Ram Ghimire" userId="9cefaac4-a360-41a3-bdcf-edc30561e8d9" providerId="ADAL" clId="{17C0D477-DA14-4EA2-A0D7-6DB17D6FDA60}" dt="2024-08-29T03:23:11.524" v="7" actId="478"/>
        <pc:sldMkLst>
          <pc:docMk/>
          <pc:sldMk cId="3625846398" sldId="374"/>
        </pc:sldMkLst>
        <pc:spChg chg="del">
          <ac:chgData name="Dadhi Ram Ghimire" userId="9cefaac4-a360-41a3-bdcf-edc30561e8d9" providerId="ADAL" clId="{17C0D477-DA14-4EA2-A0D7-6DB17D6FDA60}" dt="2024-08-29T03:23:11.524" v="7" actId="478"/>
          <ac:spMkLst>
            <pc:docMk/>
            <pc:sldMk cId="3625846398" sldId="374"/>
            <ac:spMk id="2" creationId="{999DFCAA-D68C-439E-9A8D-D2A78C5F35B3}"/>
          </ac:spMkLst>
        </pc:spChg>
        <pc:spChg chg="del">
          <ac:chgData name="Dadhi Ram Ghimire" userId="9cefaac4-a360-41a3-bdcf-edc30561e8d9" providerId="ADAL" clId="{17C0D477-DA14-4EA2-A0D7-6DB17D6FDA60}" dt="2024-08-29T03:23:07.336" v="6" actId="478"/>
          <ac:spMkLst>
            <pc:docMk/>
            <pc:sldMk cId="3625846398" sldId="374"/>
            <ac:spMk id="3" creationId="{3A8F2A9B-B3EE-4EDD-9550-F549F29AC0B5}"/>
          </ac:spMkLst>
        </pc:spChg>
      </pc:sldChg>
      <pc:sldChg chg="delSp mod">
        <pc:chgData name="Dadhi Ram Ghimire" userId="9cefaac4-a360-41a3-bdcf-edc30561e8d9" providerId="ADAL" clId="{17C0D477-DA14-4EA2-A0D7-6DB17D6FDA60}" dt="2024-08-29T03:22:49.506" v="3" actId="478"/>
        <pc:sldMkLst>
          <pc:docMk/>
          <pc:sldMk cId="511582283" sldId="376"/>
        </pc:sldMkLst>
        <pc:spChg chg="del">
          <ac:chgData name="Dadhi Ram Ghimire" userId="9cefaac4-a360-41a3-bdcf-edc30561e8d9" providerId="ADAL" clId="{17C0D477-DA14-4EA2-A0D7-6DB17D6FDA60}" dt="2024-08-29T03:22:49.506" v="3" actId="478"/>
          <ac:spMkLst>
            <pc:docMk/>
            <pc:sldMk cId="511582283" sldId="376"/>
            <ac:spMk id="2" creationId="{D46C868F-D4E4-48C5-8CCB-E4843519DD7D}"/>
          </ac:spMkLst>
        </pc:spChg>
        <pc:spChg chg="del">
          <ac:chgData name="Dadhi Ram Ghimire" userId="9cefaac4-a360-41a3-bdcf-edc30561e8d9" providerId="ADAL" clId="{17C0D477-DA14-4EA2-A0D7-6DB17D6FDA60}" dt="2024-08-29T03:22:47.326" v="2" actId="478"/>
          <ac:spMkLst>
            <pc:docMk/>
            <pc:sldMk cId="511582283" sldId="376"/>
            <ac:spMk id="3" creationId="{926848B2-8B13-46A9-AA53-62AAEA5009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5E638-6590-42C8-8E47-4C57CF9B99CC}" type="datetimeFigureOut">
              <a:rPr lang="en-GB" smtClean="0"/>
              <a:t>29/08/2024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DB9D3F-1995-439D-892C-57397F69D64C}" type="slidenum">
              <a:rPr lang="en-GB" smtClean="0"/>
              <a:t>‹#›</a:t>
            </a:fld>
            <a:endParaRPr lang="en-GB"/>
          </a:p>
        </p:txBody>
      </p:sp>
    </p:spTree>
    <p:extLst>
      <p:ext uri="{BB962C8B-B14F-4D97-AF65-F5344CB8AC3E}">
        <p14:creationId xmlns:p14="http://schemas.microsoft.com/office/powerpoint/2010/main" val="653570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F751D414-4660-48BC-A05C-B244D149BD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B140AE7-BD94-47F6-9C63-31A5C934C857}" type="slidenum">
              <a:rPr lang="en-AU" altLang="en-US"/>
              <a:pPr>
                <a:spcBef>
                  <a:spcPct val="0"/>
                </a:spcBef>
              </a:pPr>
              <a:t>10</a:t>
            </a:fld>
            <a:endParaRPr lang="en-AU" altLang="en-US"/>
          </a:p>
        </p:txBody>
      </p:sp>
      <p:sp>
        <p:nvSpPr>
          <p:cNvPr id="48131" name="Rectangle 2">
            <a:extLst>
              <a:ext uri="{FF2B5EF4-FFF2-40B4-BE49-F238E27FC236}">
                <a16:creationId xmlns:a16="http://schemas.microsoft.com/office/drawing/2014/main" id="{B0F6534D-0F4E-4A53-A156-907E13A55620}"/>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6F05F313-4AA1-4FA2-A148-13D514C991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Traditional DAC systems define the access rights of individual users and groups of users. In contrast, RBAC is based on the roles that users assume in a system rather than the user's identity. Typically, RBAC models define a role as a job function within an organization. RBAC systems assign access rights to roles instead of individual users. In turn, users are assigned to different roles, either statically or dynamically, according to their responsibilities. RBAC now enjoys widespread commercial use and remains an area of active research. </a:t>
            </a:r>
          </a:p>
          <a:p>
            <a:pPr eaLnBrk="1" hangingPunct="1"/>
            <a:r>
              <a:rPr lang="en-US" altLang="en-US">
                <a:latin typeface="Times New Roman" panose="02020603050405020304" pitchFamily="18" charset="0"/>
              </a:rPr>
              <a:t>The relationship of users to roles is many to many, as is the relationship of roles to resources, or system objects, as shown here in Figure 4.7 from the text. The set of users changes, in some environments frequently and the assignment of a user to one or more roles may also be dynamic. The set of roles in the system in most environments is likely to be static, with only occasional additions or deletions. Each role will have specific access rights to one or more resources. The set of resources and the specific access rights associated with a particular role are also likely to change only infrequently.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9F91-32C3-43BC-83BE-C5783E5A1A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19DF302-E7AD-4AFC-8997-C504579B96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4E2B29E-A37A-45CA-BCD1-6E267B6814C6}"/>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5" name="Footer Placeholder 4">
            <a:extLst>
              <a:ext uri="{FF2B5EF4-FFF2-40B4-BE49-F238E27FC236}">
                <a16:creationId xmlns:a16="http://schemas.microsoft.com/office/drawing/2014/main" id="{E3D6373A-7C6D-4E25-8ECE-553055CF35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1079D1-9784-462D-846E-BE8F58AE91A0}"/>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864024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4E34A-C03B-4B02-9094-C99CA02E0E1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CE13F6-8A9F-4E75-A176-E5465ED0A3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2E0BCE-2B99-4CB9-B743-E86558BCC1D0}"/>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5" name="Footer Placeholder 4">
            <a:extLst>
              <a:ext uri="{FF2B5EF4-FFF2-40B4-BE49-F238E27FC236}">
                <a16:creationId xmlns:a16="http://schemas.microsoft.com/office/drawing/2014/main" id="{C08AF76A-C13B-468D-A3DF-B398D38360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FEA854-C574-48A2-A566-58A7A17E1DD5}"/>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3421033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6AF8-6123-44FF-8200-5E2C95A86E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D80B737-CEF6-4DF6-9CEB-9A2ECE028C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DCFDAE-9E58-4DB0-ACE3-114EBB6A7541}"/>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5" name="Footer Placeholder 4">
            <a:extLst>
              <a:ext uri="{FF2B5EF4-FFF2-40B4-BE49-F238E27FC236}">
                <a16:creationId xmlns:a16="http://schemas.microsoft.com/office/drawing/2014/main" id="{CC30678D-4ACA-40FA-B228-BFC7FFF489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66371B-CDF2-4345-A313-783F325852A0}"/>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2654089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1708-934F-4A40-B914-47AE3624EB4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A9E7BA6-D4F1-4854-B345-066E63DDE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D8A337B-6881-4F99-AD1C-A91013FA24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5148975-315F-4EEE-BAF5-183ED7648F15}"/>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6" name="Footer Placeholder 5">
            <a:extLst>
              <a:ext uri="{FF2B5EF4-FFF2-40B4-BE49-F238E27FC236}">
                <a16:creationId xmlns:a16="http://schemas.microsoft.com/office/drawing/2014/main" id="{A0C4F9F4-461E-49E3-80FF-9635708B3F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2A151F2-D735-40A7-A287-1E14B3A23DA7}"/>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2492069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59ACA-3FE6-427E-A419-158CE9F98F4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6D7EBC4-5378-4127-8614-4BEF67E25B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54864A-BCD7-4921-9314-FAFD455DA3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7272139-C74A-46D9-9929-6CE99106F3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59EC8A-2D35-4EA8-83A9-6AFC5DBDF9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891A9AE-023D-47E0-A5DB-9C9557CAC8B4}"/>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8" name="Footer Placeholder 7">
            <a:extLst>
              <a:ext uri="{FF2B5EF4-FFF2-40B4-BE49-F238E27FC236}">
                <a16:creationId xmlns:a16="http://schemas.microsoft.com/office/drawing/2014/main" id="{AD0CD51B-E0B3-4364-8DBC-896FD6BA99F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E68367C-B1F1-4E40-A6A8-DC63B7CBE30E}"/>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1475231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62D2D-11D4-4106-8978-83E393E576C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18FF6F-CA84-4A13-A464-30011BE383AA}"/>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4" name="Footer Placeholder 3">
            <a:extLst>
              <a:ext uri="{FF2B5EF4-FFF2-40B4-BE49-F238E27FC236}">
                <a16:creationId xmlns:a16="http://schemas.microsoft.com/office/drawing/2014/main" id="{FB911DB0-F055-4187-8E5F-F8B8FA24735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B8525D6-D7E2-4D9C-A000-97E2DE20ACEC}"/>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2907631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B49A79-EEA7-42A3-B297-325FE4056CB4}"/>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3" name="Footer Placeholder 2">
            <a:extLst>
              <a:ext uri="{FF2B5EF4-FFF2-40B4-BE49-F238E27FC236}">
                <a16:creationId xmlns:a16="http://schemas.microsoft.com/office/drawing/2014/main" id="{2C2BDADD-8B53-453A-89C8-5029F34A00D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823286-251D-4D94-9DDB-41D91C3D4D63}"/>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36514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925D-62D8-41CF-8685-2593DC7602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0B33E03-B4BA-4351-A62C-38BDAA3C4C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46C757E-75F9-42E9-A1C2-1A6AF2E458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3A93E5-30B5-4F6F-B8E6-43508E2E2E72}"/>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6" name="Footer Placeholder 5">
            <a:extLst>
              <a:ext uri="{FF2B5EF4-FFF2-40B4-BE49-F238E27FC236}">
                <a16:creationId xmlns:a16="http://schemas.microsoft.com/office/drawing/2014/main" id="{28B637A7-63FE-4A17-9AA5-1226BCD4D0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926FAB1-556F-4D95-BFDD-82E494E339B0}"/>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4147524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ABD44-A852-4BCF-B174-6F3B1030C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E4CB47D-B24F-43FE-9259-6832DE7BFB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A95B62-A4A2-4191-891C-79B5095EC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2B7D3-4FA8-4BCF-BD28-B3F77CB2B409}"/>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6" name="Footer Placeholder 5">
            <a:extLst>
              <a:ext uri="{FF2B5EF4-FFF2-40B4-BE49-F238E27FC236}">
                <a16:creationId xmlns:a16="http://schemas.microsoft.com/office/drawing/2014/main" id="{6B605C6B-B2DB-4DD2-B6F7-09316C9D30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E50CFF-E718-43F4-BDD0-27B7BDFCBD6F}"/>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4205736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574F1-130A-4954-BAE1-047BCF1B737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1587D8-6713-4955-BD01-C5496A39D6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9A172F-C893-4F2E-BE3F-58FB47A03BC1}"/>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5" name="Footer Placeholder 4">
            <a:extLst>
              <a:ext uri="{FF2B5EF4-FFF2-40B4-BE49-F238E27FC236}">
                <a16:creationId xmlns:a16="http://schemas.microsoft.com/office/drawing/2014/main" id="{B42F1D23-6D79-4AA9-A3C8-E25A9B9D73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F9C3F4-980E-447B-A873-126142C35656}"/>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2438654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63DF68-9187-4C80-BF6B-D5E3A1FCF0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68CD121-C744-4D8C-B9DA-64524B0ED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0B01042-FFDF-4F3E-8637-BBF6DBCA8333}"/>
              </a:ext>
            </a:extLst>
          </p:cNvPr>
          <p:cNvSpPr>
            <a:spLocks noGrp="1"/>
          </p:cNvSpPr>
          <p:nvPr>
            <p:ph type="dt" sz="half" idx="10"/>
          </p:nvPr>
        </p:nvSpPr>
        <p:spPr/>
        <p:txBody>
          <a:bodyPr/>
          <a:lstStyle/>
          <a:p>
            <a:fld id="{3F1BF0C1-CBF7-4BD2-A8D9-9099D817DDB1}" type="datetimeFigureOut">
              <a:rPr lang="en-GB" smtClean="0"/>
              <a:t>29/08/2024</a:t>
            </a:fld>
            <a:endParaRPr lang="en-GB"/>
          </a:p>
        </p:txBody>
      </p:sp>
      <p:sp>
        <p:nvSpPr>
          <p:cNvPr id="5" name="Footer Placeholder 4">
            <a:extLst>
              <a:ext uri="{FF2B5EF4-FFF2-40B4-BE49-F238E27FC236}">
                <a16:creationId xmlns:a16="http://schemas.microsoft.com/office/drawing/2014/main" id="{E684C17C-D1CC-416F-A8AF-C607233D9B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542C64-A1B0-49C3-9554-4DB31F3F3CB3}"/>
              </a:ext>
            </a:extLst>
          </p:cNvPr>
          <p:cNvSpPr>
            <a:spLocks noGrp="1"/>
          </p:cNvSpPr>
          <p:nvPr>
            <p:ph type="sldNum" sz="quarter" idx="12"/>
          </p:nvPr>
        </p:nvSpPr>
        <p:spPr/>
        <p:txBody>
          <a:bodyPr/>
          <a:lstStyle/>
          <a:p>
            <a:fld id="{B1A61DCF-F727-4310-9C1E-0328E649AA2A}" type="slidenum">
              <a:rPr lang="en-GB" smtClean="0"/>
              <a:t>‹#›</a:t>
            </a:fld>
            <a:endParaRPr lang="en-GB"/>
          </a:p>
        </p:txBody>
      </p:sp>
    </p:spTree>
    <p:extLst>
      <p:ext uri="{BB962C8B-B14F-4D97-AF65-F5344CB8AC3E}">
        <p14:creationId xmlns:p14="http://schemas.microsoft.com/office/powerpoint/2010/main" val="248272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5D0DF4-D40C-4D90-AE20-A46B483D75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6AAA2CD-D3F4-40FD-B16E-5595C1D528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96B08C-C6F7-4749-A8AF-A4CE833476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1BF0C1-CBF7-4BD2-A8D9-9099D817DDB1}" type="datetimeFigureOut">
              <a:rPr lang="en-GB" smtClean="0"/>
              <a:t>29/08/2024</a:t>
            </a:fld>
            <a:endParaRPr lang="en-GB"/>
          </a:p>
        </p:txBody>
      </p:sp>
      <p:sp>
        <p:nvSpPr>
          <p:cNvPr id="5" name="Footer Placeholder 4">
            <a:extLst>
              <a:ext uri="{FF2B5EF4-FFF2-40B4-BE49-F238E27FC236}">
                <a16:creationId xmlns:a16="http://schemas.microsoft.com/office/drawing/2014/main" id="{300914E2-3641-4CAA-B89D-1E8FEF1FDA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6C107C2-6A90-4634-9DBA-3E56864C3E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61DCF-F727-4310-9C1E-0328E649AA2A}" type="slidenum">
              <a:rPr lang="en-GB" smtClean="0"/>
              <a:t>‹#›</a:t>
            </a:fld>
            <a:endParaRPr lang="en-GB"/>
          </a:p>
        </p:txBody>
      </p:sp>
    </p:spTree>
    <p:extLst>
      <p:ext uri="{BB962C8B-B14F-4D97-AF65-F5344CB8AC3E}">
        <p14:creationId xmlns:p14="http://schemas.microsoft.com/office/powerpoint/2010/main" val="3497206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3C1D-6ADF-4BB3-9500-56AEC98AA819}"/>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B3731E51-03A5-49A3-869D-DB32B9C32368}"/>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47829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4CA64-F52B-4372-ABA6-B67C4412266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5D5A0B0-EA0C-4FD8-A482-E5B870AAE1CD}"/>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7454BE40-24FC-46B1-94EE-6B2207163282}"/>
              </a:ext>
            </a:extLst>
          </p:cNvPr>
          <p:cNvPicPr>
            <a:picLocks noChangeAspect="1"/>
          </p:cNvPicPr>
          <p:nvPr/>
        </p:nvPicPr>
        <p:blipFill>
          <a:blip r:embed="rId2"/>
          <a:stretch>
            <a:fillRect/>
          </a:stretch>
        </p:blipFill>
        <p:spPr>
          <a:xfrm>
            <a:off x="1790327" y="1104698"/>
            <a:ext cx="8611346" cy="4648603"/>
          </a:xfrm>
          <a:prstGeom prst="rect">
            <a:avLst/>
          </a:prstGeom>
        </p:spPr>
      </p:pic>
    </p:spTree>
    <p:extLst>
      <p:ext uri="{BB962C8B-B14F-4D97-AF65-F5344CB8AC3E}">
        <p14:creationId xmlns:p14="http://schemas.microsoft.com/office/powerpoint/2010/main" val="478497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E7FE7-6632-4303-BDD5-8D4B43D6BC1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CF654A4-3799-4E63-84A0-761FDF1AF6E6}"/>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1A992F45-5787-4081-99CC-3435E533C157}"/>
              </a:ext>
            </a:extLst>
          </p:cNvPr>
          <p:cNvPicPr>
            <a:picLocks noChangeAspect="1"/>
          </p:cNvPicPr>
          <p:nvPr/>
        </p:nvPicPr>
        <p:blipFill>
          <a:blip r:embed="rId2"/>
          <a:stretch>
            <a:fillRect/>
          </a:stretch>
        </p:blipFill>
        <p:spPr>
          <a:xfrm>
            <a:off x="1916068" y="670321"/>
            <a:ext cx="8359864" cy="5517358"/>
          </a:xfrm>
          <a:prstGeom prst="rect">
            <a:avLst/>
          </a:prstGeom>
        </p:spPr>
      </p:pic>
    </p:spTree>
    <p:extLst>
      <p:ext uri="{BB962C8B-B14F-4D97-AF65-F5344CB8AC3E}">
        <p14:creationId xmlns:p14="http://schemas.microsoft.com/office/powerpoint/2010/main" val="2893199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D4B381-7EA9-42A0-9435-9E6468152EE8}"/>
              </a:ext>
            </a:extLst>
          </p:cNvPr>
          <p:cNvPicPr>
            <a:picLocks noChangeAspect="1"/>
          </p:cNvPicPr>
          <p:nvPr/>
        </p:nvPicPr>
        <p:blipFill>
          <a:blip r:embed="rId2"/>
          <a:stretch>
            <a:fillRect/>
          </a:stretch>
        </p:blipFill>
        <p:spPr>
          <a:xfrm>
            <a:off x="1996084" y="1203767"/>
            <a:ext cx="8199831" cy="4450466"/>
          </a:xfrm>
          <a:prstGeom prst="rect">
            <a:avLst/>
          </a:prstGeom>
        </p:spPr>
      </p:pic>
    </p:spTree>
    <p:extLst>
      <p:ext uri="{BB962C8B-B14F-4D97-AF65-F5344CB8AC3E}">
        <p14:creationId xmlns:p14="http://schemas.microsoft.com/office/powerpoint/2010/main" val="1895258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F9DC39-DD13-4EC6-ACEB-2683423BC41B}"/>
              </a:ext>
            </a:extLst>
          </p:cNvPr>
          <p:cNvPicPr>
            <a:picLocks noChangeAspect="1"/>
          </p:cNvPicPr>
          <p:nvPr/>
        </p:nvPicPr>
        <p:blipFill>
          <a:blip r:embed="rId2"/>
          <a:stretch>
            <a:fillRect/>
          </a:stretch>
        </p:blipFill>
        <p:spPr>
          <a:xfrm>
            <a:off x="2178980" y="910371"/>
            <a:ext cx="7834039" cy="5037257"/>
          </a:xfrm>
          <a:prstGeom prst="rect">
            <a:avLst/>
          </a:prstGeom>
        </p:spPr>
      </p:pic>
    </p:spTree>
    <p:extLst>
      <p:ext uri="{BB962C8B-B14F-4D97-AF65-F5344CB8AC3E}">
        <p14:creationId xmlns:p14="http://schemas.microsoft.com/office/powerpoint/2010/main" val="1867988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2ECC943-EAA7-4ECD-997E-F5CA8D3E93E2}"/>
              </a:ext>
            </a:extLst>
          </p:cNvPr>
          <p:cNvPicPr>
            <a:picLocks noGrp="1" noChangeAspect="1"/>
          </p:cNvPicPr>
          <p:nvPr>
            <p:ph idx="1"/>
          </p:nvPr>
        </p:nvPicPr>
        <p:blipFill>
          <a:blip r:embed="rId2"/>
          <a:stretch>
            <a:fillRect/>
          </a:stretch>
        </p:blipFill>
        <p:spPr>
          <a:xfrm>
            <a:off x="2588756" y="1825625"/>
            <a:ext cx="7014487" cy="4351338"/>
          </a:xfrm>
          <a:prstGeom prst="rect">
            <a:avLst/>
          </a:prstGeom>
        </p:spPr>
      </p:pic>
    </p:spTree>
    <p:extLst>
      <p:ext uri="{BB962C8B-B14F-4D97-AF65-F5344CB8AC3E}">
        <p14:creationId xmlns:p14="http://schemas.microsoft.com/office/powerpoint/2010/main" val="3627194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49827-49EC-442E-9A6B-323A82A9038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08D0632-978F-4732-9ECE-195C5371657B}"/>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148EBAB9-B427-4857-976D-B5D4BEAA3378}"/>
              </a:ext>
            </a:extLst>
          </p:cNvPr>
          <p:cNvPicPr>
            <a:picLocks noChangeAspect="1"/>
          </p:cNvPicPr>
          <p:nvPr/>
        </p:nvPicPr>
        <p:blipFill>
          <a:blip r:embed="rId2"/>
          <a:stretch>
            <a:fillRect/>
          </a:stretch>
        </p:blipFill>
        <p:spPr>
          <a:xfrm>
            <a:off x="1992274" y="1165664"/>
            <a:ext cx="8207451" cy="4526672"/>
          </a:xfrm>
          <a:prstGeom prst="rect">
            <a:avLst/>
          </a:prstGeom>
        </p:spPr>
      </p:pic>
    </p:spTree>
    <p:extLst>
      <p:ext uri="{BB962C8B-B14F-4D97-AF65-F5344CB8AC3E}">
        <p14:creationId xmlns:p14="http://schemas.microsoft.com/office/powerpoint/2010/main" val="306302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4D23-CCCE-4808-87F3-962C5396AFD6}"/>
              </a:ext>
            </a:extLst>
          </p:cNvPr>
          <p:cNvSpPr>
            <a:spLocks noGrp="1"/>
          </p:cNvSpPr>
          <p:nvPr>
            <p:ph type="title"/>
          </p:nvPr>
        </p:nvSpPr>
        <p:spPr/>
        <p:txBody>
          <a:bodyPr/>
          <a:lstStyle/>
          <a:p>
            <a:endParaRPr lang="en-GB"/>
          </a:p>
        </p:txBody>
      </p:sp>
      <p:pic>
        <p:nvPicPr>
          <p:cNvPr id="5" name="Picture 4">
            <a:extLst>
              <a:ext uri="{FF2B5EF4-FFF2-40B4-BE49-F238E27FC236}">
                <a16:creationId xmlns:a16="http://schemas.microsoft.com/office/drawing/2014/main" id="{4010A4B3-11AE-459F-92E0-8AC422244120}"/>
              </a:ext>
            </a:extLst>
          </p:cNvPr>
          <p:cNvPicPr>
            <a:picLocks noChangeAspect="1"/>
          </p:cNvPicPr>
          <p:nvPr/>
        </p:nvPicPr>
        <p:blipFill>
          <a:blip r:embed="rId2"/>
          <a:stretch>
            <a:fillRect/>
          </a:stretch>
        </p:blipFill>
        <p:spPr>
          <a:xfrm>
            <a:off x="2255187" y="1005630"/>
            <a:ext cx="7681626" cy="4846740"/>
          </a:xfrm>
          <a:prstGeom prst="rect">
            <a:avLst/>
          </a:prstGeom>
        </p:spPr>
      </p:pic>
    </p:spTree>
    <p:extLst>
      <p:ext uri="{BB962C8B-B14F-4D97-AF65-F5344CB8AC3E}">
        <p14:creationId xmlns:p14="http://schemas.microsoft.com/office/powerpoint/2010/main" val="3391510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29D9E-EC60-4A84-9A5B-AD14213D16E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D77C8D2-D435-4D69-B74B-3A17BAE9579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08843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2AD0695-E784-4429-95B1-ACC38249D5E0}"/>
              </a:ext>
            </a:extLst>
          </p:cNvPr>
          <p:cNvSpPr>
            <a:spLocks noGrp="1" noChangeArrowheads="1"/>
          </p:cNvSpPr>
          <p:nvPr>
            <p:ph type="title"/>
          </p:nvPr>
        </p:nvSpPr>
        <p:spPr>
          <a:xfrm>
            <a:off x="1774825" y="260350"/>
            <a:ext cx="3384550" cy="1728788"/>
          </a:xfrm>
        </p:spPr>
        <p:txBody>
          <a:bodyPr>
            <a:normAutofit fontScale="90000"/>
          </a:bodyPr>
          <a:lstStyle/>
          <a:p>
            <a:pPr eaLnBrk="1" hangingPunct="1"/>
            <a:r>
              <a:rPr lang="en-US" altLang="en-US"/>
              <a:t>Role-Based </a:t>
            </a:r>
            <a:r>
              <a:rPr kumimoji="1" lang="en-GB" altLang="en-US"/>
              <a:t>Access Control</a:t>
            </a:r>
            <a:endParaRPr kumimoji="1" lang="en-US" altLang="en-US"/>
          </a:p>
        </p:txBody>
      </p:sp>
      <p:sp>
        <p:nvSpPr>
          <p:cNvPr id="4" name="TextBox 3">
            <a:extLst>
              <a:ext uri="{FF2B5EF4-FFF2-40B4-BE49-F238E27FC236}">
                <a16:creationId xmlns:a16="http://schemas.microsoft.com/office/drawing/2014/main" id="{043EE1CC-A638-4B48-BAC1-69F8ABDF2EDB}"/>
              </a:ext>
            </a:extLst>
          </p:cNvPr>
          <p:cNvSpPr txBox="1"/>
          <p:nvPr/>
        </p:nvSpPr>
        <p:spPr>
          <a:xfrm>
            <a:off x="1774825" y="1844675"/>
            <a:ext cx="3237168" cy="3539430"/>
          </a:xfrm>
          <a:prstGeom prst="rect">
            <a:avLst/>
          </a:prstGeom>
          <a:noFill/>
        </p:spPr>
        <p:txBody>
          <a:bodyPr wrap="none">
            <a:spAutoFit/>
          </a:bodyPr>
          <a:lstStyle/>
          <a:p>
            <a:pPr eaLnBrk="1" hangingPunct="1">
              <a:defRPr/>
            </a:pPr>
            <a:r>
              <a:rPr lang="en-US" sz="2800" dirty="0">
                <a:solidFill>
                  <a:srgbClr val="002060"/>
                </a:solidFill>
                <a:latin typeface="+mj-lt"/>
              </a:rPr>
              <a:t>Access based on</a:t>
            </a:r>
          </a:p>
          <a:p>
            <a:pPr eaLnBrk="1" hangingPunct="1">
              <a:defRPr/>
            </a:pPr>
            <a:r>
              <a:rPr lang="en-US" sz="2800" dirty="0">
                <a:solidFill>
                  <a:srgbClr val="002060"/>
                </a:solidFill>
                <a:latin typeface="+mj-lt"/>
              </a:rPr>
              <a:t>‘role’, not  identity</a:t>
            </a:r>
          </a:p>
          <a:p>
            <a:pPr eaLnBrk="1" hangingPunct="1">
              <a:defRPr/>
            </a:pPr>
            <a:endParaRPr lang="en-US" sz="2800" dirty="0">
              <a:solidFill>
                <a:srgbClr val="002060"/>
              </a:solidFill>
              <a:latin typeface="+mj-lt"/>
            </a:endParaRPr>
          </a:p>
          <a:p>
            <a:pPr eaLnBrk="1" hangingPunct="1">
              <a:defRPr/>
            </a:pPr>
            <a:r>
              <a:rPr lang="en-US" sz="2800" dirty="0">
                <a:solidFill>
                  <a:srgbClr val="002060"/>
                </a:solidFill>
                <a:latin typeface="+mj-lt"/>
              </a:rPr>
              <a:t>Many-to-many</a:t>
            </a:r>
          </a:p>
          <a:p>
            <a:pPr eaLnBrk="1" hangingPunct="1">
              <a:defRPr/>
            </a:pPr>
            <a:r>
              <a:rPr lang="en-US" sz="2800" dirty="0">
                <a:solidFill>
                  <a:srgbClr val="002060"/>
                </a:solidFill>
                <a:latin typeface="+mj-lt"/>
              </a:rPr>
              <a:t>relationship between</a:t>
            </a:r>
          </a:p>
          <a:p>
            <a:pPr eaLnBrk="1" hangingPunct="1">
              <a:defRPr/>
            </a:pPr>
            <a:r>
              <a:rPr lang="en-US" sz="2800" dirty="0">
                <a:solidFill>
                  <a:srgbClr val="002060"/>
                </a:solidFill>
                <a:latin typeface="+mj-lt"/>
              </a:rPr>
              <a:t>users and roles</a:t>
            </a:r>
          </a:p>
          <a:p>
            <a:pPr eaLnBrk="1" hangingPunct="1">
              <a:defRPr/>
            </a:pPr>
            <a:endParaRPr lang="en-US" sz="2800" dirty="0">
              <a:solidFill>
                <a:srgbClr val="002060"/>
              </a:solidFill>
              <a:latin typeface="+mj-lt"/>
            </a:endParaRPr>
          </a:p>
          <a:p>
            <a:pPr eaLnBrk="1" hangingPunct="1">
              <a:defRPr/>
            </a:pPr>
            <a:r>
              <a:rPr lang="en-US" sz="2800" dirty="0">
                <a:solidFill>
                  <a:srgbClr val="002060"/>
                </a:solidFill>
                <a:latin typeface="+mj-lt"/>
              </a:rPr>
              <a:t>Roles often static</a:t>
            </a:r>
          </a:p>
        </p:txBody>
      </p:sp>
      <p:pic>
        <p:nvPicPr>
          <p:cNvPr id="47108" name="Picture 2">
            <a:extLst>
              <a:ext uri="{FF2B5EF4-FFF2-40B4-BE49-F238E27FC236}">
                <a16:creationId xmlns:a16="http://schemas.microsoft.com/office/drawing/2014/main" id="{F78DD20D-E36C-48DE-8EE4-9A7A127806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35639" y="234950"/>
            <a:ext cx="4657725" cy="546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D105C3-3654-4074-B6CA-B51E3121F9BD}"/>
              </a:ext>
            </a:extLst>
          </p:cNvPr>
          <p:cNvPicPr>
            <a:picLocks noChangeAspect="1"/>
          </p:cNvPicPr>
          <p:nvPr/>
        </p:nvPicPr>
        <p:blipFill>
          <a:blip r:embed="rId2"/>
          <a:stretch>
            <a:fillRect/>
          </a:stretch>
        </p:blipFill>
        <p:spPr>
          <a:xfrm>
            <a:off x="1813189" y="609355"/>
            <a:ext cx="8565622" cy="5639289"/>
          </a:xfrm>
          <a:prstGeom prst="rect">
            <a:avLst/>
          </a:prstGeom>
        </p:spPr>
      </p:pic>
    </p:spTree>
    <p:extLst>
      <p:ext uri="{BB962C8B-B14F-4D97-AF65-F5344CB8AC3E}">
        <p14:creationId xmlns:p14="http://schemas.microsoft.com/office/powerpoint/2010/main" val="155863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32583B-F8CA-44AB-A74C-E36410599132}"/>
              </a:ext>
            </a:extLst>
          </p:cNvPr>
          <p:cNvPicPr>
            <a:picLocks noChangeAspect="1"/>
          </p:cNvPicPr>
          <p:nvPr/>
        </p:nvPicPr>
        <p:blipFill>
          <a:blip r:embed="rId2"/>
          <a:stretch>
            <a:fillRect/>
          </a:stretch>
        </p:blipFill>
        <p:spPr>
          <a:xfrm>
            <a:off x="2041808" y="940854"/>
            <a:ext cx="8108383" cy="4976291"/>
          </a:xfrm>
          <a:prstGeom prst="rect">
            <a:avLst/>
          </a:prstGeom>
        </p:spPr>
      </p:pic>
    </p:spTree>
    <p:extLst>
      <p:ext uri="{BB962C8B-B14F-4D97-AF65-F5344CB8AC3E}">
        <p14:creationId xmlns:p14="http://schemas.microsoft.com/office/powerpoint/2010/main" val="501676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DC752A-7FB6-4FEC-8F57-ED7DCABBAFF1}"/>
              </a:ext>
            </a:extLst>
          </p:cNvPr>
          <p:cNvPicPr>
            <a:picLocks noChangeAspect="1"/>
          </p:cNvPicPr>
          <p:nvPr/>
        </p:nvPicPr>
        <p:blipFill>
          <a:blip r:embed="rId2"/>
          <a:stretch>
            <a:fillRect/>
          </a:stretch>
        </p:blipFill>
        <p:spPr>
          <a:xfrm>
            <a:off x="1847482" y="487425"/>
            <a:ext cx="8497036" cy="5883150"/>
          </a:xfrm>
          <a:prstGeom prst="rect">
            <a:avLst/>
          </a:prstGeom>
        </p:spPr>
      </p:pic>
    </p:spTree>
    <p:extLst>
      <p:ext uri="{BB962C8B-B14F-4D97-AF65-F5344CB8AC3E}">
        <p14:creationId xmlns:p14="http://schemas.microsoft.com/office/powerpoint/2010/main" val="3197737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307811-10C8-402D-9162-F57828CB060E}"/>
              </a:ext>
            </a:extLst>
          </p:cNvPr>
          <p:cNvPicPr>
            <a:picLocks noChangeAspect="1"/>
          </p:cNvPicPr>
          <p:nvPr/>
        </p:nvPicPr>
        <p:blipFill>
          <a:blip r:embed="rId2"/>
          <a:stretch>
            <a:fillRect/>
          </a:stretch>
        </p:blipFill>
        <p:spPr>
          <a:xfrm>
            <a:off x="1794137" y="837975"/>
            <a:ext cx="8603726" cy="5182049"/>
          </a:xfrm>
          <a:prstGeom prst="rect">
            <a:avLst/>
          </a:prstGeom>
        </p:spPr>
      </p:pic>
    </p:spTree>
    <p:extLst>
      <p:ext uri="{BB962C8B-B14F-4D97-AF65-F5344CB8AC3E}">
        <p14:creationId xmlns:p14="http://schemas.microsoft.com/office/powerpoint/2010/main" val="182695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08C10E-E3DD-4645-841F-314BB76B6486}"/>
              </a:ext>
            </a:extLst>
          </p:cNvPr>
          <p:cNvPicPr>
            <a:picLocks noChangeAspect="1"/>
          </p:cNvPicPr>
          <p:nvPr/>
        </p:nvPicPr>
        <p:blipFill>
          <a:blip r:embed="rId2"/>
          <a:stretch>
            <a:fillRect/>
          </a:stretch>
        </p:blipFill>
        <p:spPr>
          <a:xfrm>
            <a:off x="1858913" y="872268"/>
            <a:ext cx="8474174" cy="5113463"/>
          </a:xfrm>
          <a:prstGeom prst="rect">
            <a:avLst/>
          </a:prstGeom>
        </p:spPr>
      </p:pic>
    </p:spTree>
    <p:extLst>
      <p:ext uri="{BB962C8B-B14F-4D97-AF65-F5344CB8AC3E}">
        <p14:creationId xmlns:p14="http://schemas.microsoft.com/office/powerpoint/2010/main" val="382154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8806A2-81A0-4C38-A38D-D40FEB848132}"/>
              </a:ext>
            </a:extLst>
          </p:cNvPr>
          <p:cNvPicPr>
            <a:picLocks noChangeAspect="1"/>
          </p:cNvPicPr>
          <p:nvPr/>
        </p:nvPicPr>
        <p:blipFill>
          <a:blip r:embed="rId2"/>
          <a:stretch>
            <a:fillRect/>
          </a:stretch>
        </p:blipFill>
        <p:spPr>
          <a:xfrm>
            <a:off x="1801758" y="929423"/>
            <a:ext cx="8588484" cy="4999153"/>
          </a:xfrm>
          <a:prstGeom prst="rect">
            <a:avLst/>
          </a:prstGeom>
        </p:spPr>
      </p:pic>
    </p:spTree>
    <p:extLst>
      <p:ext uri="{BB962C8B-B14F-4D97-AF65-F5344CB8AC3E}">
        <p14:creationId xmlns:p14="http://schemas.microsoft.com/office/powerpoint/2010/main" val="1918151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4C24F1-2AD1-4DEC-A717-9CD90DEEDFCB}"/>
              </a:ext>
            </a:extLst>
          </p:cNvPr>
          <p:cNvPicPr>
            <a:picLocks noChangeAspect="1"/>
          </p:cNvPicPr>
          <p:nvPr/>
        </p:nvPicPr>
        <p:blipFill>
          <a:blip r:embed="rId2"/>
          <a:stretch>
            <a:fillRect/>
          </a:stretch>
        </p:blipFill>
        <p:spPr>
          <a:xfrm>
            <a:off x="1862723" y="1470490"/>
            <a:ext cx="8466554" cy="3917019"/>
          </a:xfrm>
          <a:prstGeom prst="rect">
            <a:avLst/>
          </a:prstGeom>
        </p:spPr>
      </p:pic>
    </p:spTree>
    <p:extLst>
      <p:ext uri="{BB962C8B-B14F-4D97-AF65-F5344CB8AC3E}">
        <p14:creationId xmlns:p14="http://schemas.microsoft.com/office/powerpoint/2010/main" val="3625846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72DDCC6-10C9-4FF1-B763-6E3C43C1868F}"/>
              </a:ext>
            </a:extLst>
          </p:cNvPr>
          <p:cNvPicPr>
            <a:picLocks noGrp="1" noChangeAspect="1"/>
          </p:cNvPicPr>
          <p:nvPr>
            <p:ph idx="1"/>
          </p:nvPr>
        </p:nvPicPr>
        <p:blipFill>
          <a:blip r:embed="rId2"/>
          <a:stretch>
            <a:fillRect/>
          </a:stretch>
        </p:blipFill>
        <p:spPr>
          <a:xfrm>
            <a:off x="2190409" y="664734"/>
            <a:ext cx="7811182" cy="4351338"/>
          </a:xfrm>
          <a:prstGeom prst="rect">
            <a:avLst/>
          </a:prstGeom>
        </p:spPr>
      </p:pic>
    </p:spTree>
    <p:extLst>
      <p:ext uri="{BB962C8B-B14F-4D97-AF65-F5344CB8AC3E}">
        <p14:creationId xmlns:p14="http://schemas.microsoft.com/office/powerpoint/2010/main" val="1360620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EA18D2-0ED1-4132-8F24-7264C8BA0E9A}"/>
              </a:ext>
            </a:extLst>
          </p:cNvPr>
          <p:cNvPicPr>
            <a:picLocks noChangeAspect="1"/>
          </p:cNvPicPr>
          <p:nvPr/>
        </p:nvPicPr>
        <p:blipFill>
          <a:blip r:embed="rId2"/>
          <a:stretch>
            <a:fillRect/>
          </a:stretch>
        </p:blipFill>
        <p:spPr>
          <a:xfrm>
            <a:off x="1801758" y="959906"/>
            <a:ext cx="8588484" cy="4938188"/>
          </a:xfrm>
          <a:prstGeom prst="rect">
            <a:avLst/>
          </a:prstGeom>
        </p:spPr>
      </p:pic>
    </p:spTree>
    <p:extLst>
      <p:ext uri="{BB962C8B-B14F-4D97-AF65-F5344CB8AC3E}">
        <p14:creationId xmlns:p14="http://schemas.microsoft.com/office/powerpoint/2010/main" val="1742149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AB14D9-687B-4658-93B6-D945357A7D39}"/>
              </a:ext>
            </a:extLst>
          </p:cNvPr>
          <p:cNvPicPr>
            <a:picLocks noChangeAspect="1"/>
          </p:cNvPicPr>
          <p:nvPr/>
        </p:nvPicPr>
        <p:blipFill>
          <a:blip r:embed="rId2"/>
          <a:stretch>
            <a:fillRect/>
          </a:stretch>
        </p:blipFill>
        <p:spPr>
          <a:xfrm>
            <a:off x="2049429" y="940854"/>
            <a:ext cx="8093141" cy="4976291"/>
          </a:xfrm>
          <a:prstGeom prst="rect">
            <a:avLst/>
          </a:prstGeom>
        </p:spPr>
      </p:pic>
    </p:spTree>
    <p:extLst>
      <p:ext uri="{BB962C8B-B14F-4D97-AF65-F5344CB8AC3E}">
        <p14:creationId xmlns:p14="http://schemas.microsoft.com/office/powerpoint/2010/main" val="511582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AA00-96A8-47B7-B826-7B752B1351E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65666F5-4831-4440-92E8-E6274D40DBA7}"/>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494BC9D8-84E6-444D-9C6B-EC71FBD8C5DD}"/>
              </a:ext>
            </a:extLst>
          </p:cNvPr>
          <p:cNvPicPr>
            <a:picLocks noChangeAspect="1"/>
          </p:cNvPicPr>
          <p:nvPr/>
        </p:nvPicPr>
        <p:blipFill>
          <a:blip r:embed="rId2"/>
          <a:stretch>
            <a:fillRect/>
          </a:stretch>
        </p:blipFill>
        <p:spPr>
          <a:xfrm>
            <a:off x="1736982" y="830355"/>
            <a:ext cx="8718035" cy="5197290"/>
          </a:xfrm>
          <a:prstGeom prst="rect">
            <a:avLst/>
          </a:prstGeom>
        </p:spPr>
      </p:pic>
    </p:spTree>
    <p:extLst>
      <p:ext uri="{BB962C8B-B14F-4D97-AF65-F5344CB8AC3E}">
        <p14:creationId xmlns:p14="http://schemas.microsoft.com/office/powerpoint/2010/main" val="2663828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92329-8146-4AEB-8EA5-34484C936BA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6977ABE-219B-4B26-8987-884A64631316}"/>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086880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4450-0A30-4801-B00F-07A34A82C58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51B1568-D6DC-458C-A8D5-4D9BB178ED62}"/>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214348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CAD89-ECC6-4DED-8067-53B655ADDB6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E384E4B-E57C-4448-851A-C5AFB515CB0A}"/>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641920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236</Words>
  <Application>Microsoft Office PowerPoint</Application>
  <PresentationFormat>Widescreen</PresentationFormat>
  <Paragraphs>12</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Role-Based Access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Dadhi Ram Ghimire</dc:creator>
  <cp:lastModifiedBy>Dadhi Ram Ghimire</cp:lastModifiedBy>
  <cp:revision>1</cp:revision>
  <dcterms:created xsi:type="dcterms:W3CDTF">2024-07-08T09:24:26Z</dcterms:created>
  <dcterms:modified xsi:type="dcterms:W3CDTF">2024-08-29T03:23:23Z</dcterms:modified>
</cp:coreProperties>
</file>