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sldIdLst>
    <p:sldId id="256" r:id="rId2"/>
    <p:sldId id="257" r:id="rId3"/>
    <p:sldId id="343" r:id="rId4"/>
    <p:sldId id="258" r:id="rId5"/>
    <p:sldId id="345" r:id="rId6"/>
    <p:sldId id="346" r:id="rId7"/>
    <p:sldId id="347" r:id="rId8"/>
    <p:sldId id="348" r:id="rId9"/>
    <p:sldId id="349" r:id="rId10"/>
    <p:sldId id="351" r:id="rId11"/>
    <p:sldId id="355" r:id="rId12"/>
    <p:sldId id="352" r:id="rId13"/>
    <p:sldId id="353" r:id="rId14"/>
    <p:sldId id="354" r:id="rId15"/>
    <p:sldId id="356"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93" r:id="rId38"/>
    <p:sldId id="357" r:id="rId39"/>
    <p:sldId id="358" r:id="rId40"/>
    <p:sldId id="359" r:id="rId41"/>
    <p:sldId id="294" r:id="rId42"/>
    <p:sldId id="295" r:id="rId43"/>
    <p:sldId id="296" r:id="rId44"/>
    <p:sldId id="297" r:id="rId45"/>
    <p:sldId id="299" r:id="rId46"/>
    <p:sldId id="300" r:id="rId47"/>
    <p:sldId id="301" r:id="rId48"/>
    <p:sldId id="302" r:id="rId49"/>
    <p:sldId id="303" r:id="rId50"/>
    <p:sldId id="304" r:id="rId51"/>
    <p:sldId id="360" r:id="rId52"/>
    <p:sldId id="361" r:id="rId53"/>
    <p:sldId id="362" r:id="rId54"/>
    <p:sldId id="363" r:id="rId55"/>
    <p:sldId id="305" r:id="rId56"/>
    <p:sldId id="364"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7" d="100"/>
          <a:sy n="77" d="100"/>
        </p:scale>
        <p:origin x="1546"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5266-477F-424B-A84F-06A3F12C6644}"/>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1B5743B1-FF3E-46F2-8333-2F029A3B6ADE}"/>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A4924749-4D01-44A9-8D8E-43E4070EA1DA}"/>
              </a:ext>
            </a:extLst>
          </p:cNvPr>
          <p:cNvSpPr>
            <a:spLocks noGrp="1"/>
          </p:cNvSpPr>
          <p:nvPr>
            <p:ph type="dt" sz="half" idx="10"/>
          </p:nvPr>
        </p:nvSpPr>
        <p:spPr/>
        <p:txBody>
          <a:bodyPr/>
          <a:lstStyle/>
          <a:p>
            <a:fld id="{1D8BD707-D9CF-40AE-B4C6-C98DA3205C09}" type="datetimeFigureOut">
              <a:rPr lang="en-US" smtClean="0"/>
              <a:t>7/2/2026</a:t>
            </a:fld>
            <a:endParaRPr lang="en-US"/>
          </a:p>
        </p:txBody>
      </p:sp>
      <p:sp>
        <p:nvSpPr>
          <p:cNvPr id="5" name="Footer Placeholder 4">
            <a:extLst>
              <a:ext uri="{FF2B5EF4-FFF2-40B4-BE49-F238E27FC236}">
                <a16:creationId xmlns:a16="http://schemas.microsoft.com/office/drawing/2014/main" id="{2F167337-7AB4-405E-BD84-7BD0D6EDD7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45E9DE-859C-4C1B-BA4B-09A617E60D37}"/>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092712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7DBAD-6EAB-4A65-B88B-5894C8058F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116446-730E-4CBB-90B1-B29FA2783E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4A2BD9-D33C-49E5-B506-CC3314C41741}"/>
              </a:ext>
            </a:extLst>
          </p:cNvPr>
          <p:cNvSpPr>
            <a:spLocks noGrp="1"/>
          </p:cNvSpPr>
          <p:nvPr>
            <p:ph type="dt" sz="half" idx="10"/>
          </p:nvPr>
        </p:nvSpPr>
        <p:spPr/>
        <p:txBody>
          <a:bodyPr/>
          <a:lstStyle/>
          <a:p>
            <a:fld id="{1D8BD707-D9CF-40AE-B4C6-C98DA3205C09}" type="datetimeFigureOut">
              <a:rPr lang="en-US" smtClean="0"/>
              <a:t>7/2/2026</a:t>
            </a:fld>
            <a:endParaRPr lang="en-US"/>
          </a:p>
        </p:txBody>
      </p:sp>
      <p:sp>
        <p:nvSpPr>
          <p:cNvPr id="5" name="Footer Placeholder 4">
            <a:extLst>
              <a:ext uri="{FF2B5EF4-FFF2-40B4-BE49-F238E27FC236}">
                <a16:creationId xmlns:a16="http://schemas.microsoft.com/office/drawing/2014/main" id="{C18559A7-BAAF-4901-82FE-87F9727D73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A9C86D-3DC7-4031-BEDD-6D33A5D876C1}"/>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652248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6755B-551B-4A0E-A420-446738CDBB5A}"/>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3F7A2CBA-C37F-42CC-A1BC-E4BC7A19D2DA}"/>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AD9E7F-A296-47C0-AA3C-787F2C92945F}"/>
              </a:ext>
            </a:extLst>
          </p:cNvPr>
          <p:cNvSpPr>
            <a:spLocks noGrp="1"/>
          </p:cNvSpPr>
          <p:nvPr>
            <p:ph type="dt" sz="half" idx="10"/>
          </p:nvPr>
        </p:nvSpPr>
        <p:spPr/>
        <p:txBody>
          <a:bodyPr/>
          <a:lstStyle/>
          <a:p>
            <a:fld id="{1D8BD707-D9CF-40AE-B4C6-C98DA3205C09}" type="datetimeFigureOut">
              <a:rPr lang="en-US" smtClean="0"/>
              <a:t>7/2/2026</a:t>
            </a:fld>
            <a:endParaRPr lang="en-US"/>
          </a:p>
        </p:txBody>
      </p:sp>
      <p:sp>
        <p:nvSpPr>
          <p:cNvPr id="5" name="Footer Placeholder 4">
            <a:extLst>
              <a:ext uri="{FF2B5EF4-FFF2-40B4-BE49-F238E27FC236}">
                <a16:creationId xmlns:a16="http://schemas.microsoft.com/office/drawing/2014/main" id="{FDBC6658-654D-4BEF-BBBD-C33A7710EB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BCD265-EAF9-4FE6-832C-28C688A865E6}"/>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062699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E2F1F-038C-4834-BD20-E267CA9FDF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0D2227-679A-4443-A110-769528DDE587}"/>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7FC0B32-9603-4729-9045-1D4FC7DBC9C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BFE11F-8511-4710-B0FE-C5E37D8247F2}"/>
              </a:ext>
            </a:extLst>
          </p:cNvPr>
          <p:cNvSpPr>
            <a:spLocks noGrp="1"/>
          </p:cNvSpPr>
          <p:nvPr>
            <p:ph type="dt" sz="half" idx="10"/>
          </p:nvPr>
        </p:nvSpPr>
        <p:spPr/>
        <p:txBody>
          <a:bodyPr/>
          <a:lstStyle/>
          <a:p>
            <a:fld id="{1D8BD707-D9CF-40AE-B4C6-C98DA3205C09}" type="datetimeFigureOut">
              <a:rPr lang="en-US" smtClean="0"/>
              <a:t>7/2/2026</a:t>
            </a:fld>
            <a:endParaRPr lang="en-US"/>
          </a:p>
        </p:txBody>
      </p:sp>
      <p:sp>
        <p:nvSpPr>
          <p:cNvPr id="6" name="Footer Placeholder 5">
            <a:extLst>
              <a:ext uri="{FF2B5EF4-FFF2-40B4-BE49-F238E27FC236}">
                <a16:creationId xmlns:a16="http://schemas.microsoft.com/office/drawing/2014/main" id="{8E9515A0-8592-4C78-BC09-7A2765373C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D8B48D-47ED-4163-84CD-F6546C7F7007}"/>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10169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24A5E-5BFC-40B2-B899-C5BAC4F4AC48}"/>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5C92B53-E2BF-4FDA-96C6-8177D60FECF8}"/>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F513A3D-52D1-4BBD-BA62-80E11A6217D0}"/>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9AB8F8C-B3D4-441A-B581-5095FD0C475E}"/>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CF1735C-2114-4CE6-B26C-628F0233588C}"/>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14AB78-9731-45FD-B976-46171AE4C1D7}"/>
              </a:ext>
            </a:extLst>
          </p:cNvPr>
          <p:cNvSpPr>
            <a:spLocks noGrp="1"/>
          </p:cNvSpPr>
          <p:nvPr>
            <p:ph type="dt" sz="half" idx="10"/>
          </p:nvPr>
        </p:nvSpPr>
        <p:spPr/>
        <p:txBody>
          <a:bodyPr/>
          <a:lstStyle/>
          <a:p>
            <a:fld id="{1D8BD707-D9CF-40AE-B4C6-C98DA3205C09}" type="datetimeFigureOut">
              <a:rPr lang="en-US" smtClean="0"/>
              <a:t>7/2/2026</a:t>
            </a:fld>
            <a:endParaRPr lang="en-US"/>
          </a:p>
        </p:txBody>
      </p:sp>
      <p:sp>
        <p:nvSpPr>
          <p:cNvPr id="8" name="Footer Placeholder 7">
            <a:extLst>
              <a:ext uri="{FF2B5EF4-FFF2-40B4-BE49-F238E27FC236}">
                <a16:creationId xmlns:a16="http://schemas.microsoft.com/office/drawing/2014/main" id="{68686B5D-7648-46D3-A763-4893BCE704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E35C42D-898B-4D9E-ACF7-9782939240A7}"/>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961993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216F2-F26E-4832-BADA-2D94963B17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108F5C-1B14-4C63-80C2-7A13DBAF5E90}"/>
              </a:ext>
            </a:extLst>
          </p:cNvPr>
          <p:cNvSpPr>
            <a:spLocks noGrp="1"/>
          </p:cNvSpPr>
          <p:nvPr>
            <p:ph type="dt" sz="half" idx="10"/>
          </p:nvPr>
        </p:nvSpPr>
        <p:spPr/>
        <p:txBody>
          <a:bodyPr/>
          <a:lstStyle/>
          <a:p>
            <a:fld id="{1D8BD707-D9CF-40AE-B4C6-C98DA3205C09}" type="datetimeFigureOut">
              <a:rPr lang="en-US" smtClean="0"/>
              <a:t>7/2/2026</a:t>
            </a:fld>
            <a:endParaRPr lang="en-US"/>
          </a:p>
        </p:txBody>
      </p:sp>
      <p:sp>
        <p:nvSpPr>
          <p:cNvPr id="4" name="Footer Placeholder 3">
            <a:extLst>
              <a:ext uri="{FF2B5EF4-FFF2-40B4-BE49-F238E27FC236}">
                <a16:creationId xmlns:a16="http://schemas.microsoft.com/office/drawing/2014/main" id="{B3905979-C50B-42BF-8335-E68FC4FF92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88E797-2C06-44BF-A961-D37B9F7AD6BA}"/>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569344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05032D-EE2E-4FFC-94EC-295B9BBA0009}"/>
              </a:ext>
            </a:extLst>
          </p:cNvPr>
          <p:cNvSpPr>
            <a:spLocks noGrp="1"/>
          </p:cNvSpPr>
          <p:nvPr>
            <p:ph type="dt" sz="half" idx="10"/>
          </p:nvPr>
        </p:nvSpPr>
        <p:spPr/>
        <p:txBody>
          <a:bodyPr/>
          <a:lstStyle/>
          <a:p>
            <a:fld id="{1D8BD707-D9CF-40AE-B4C6-C98DA3205C09}" type="datetimeFigureOut">
              <a:rPr lang="en-US" smtClean="0"/>
              <a:t>7/2/2026</a:t>
            </a:fld>
            <a:endParaRPr lang="en-US"/>
          </a:p>
        </p:txBody>
      </p:sp>
      <p:sp>
        <p:nvSpPr>
          <p:cNvPr id="3" name="Footer Placeholder 2">
            <a:extLst>
              <a:ext uri="{FF2B5EF4-FFF2-40B4-BE49-F238E27FC236}">
                <a16:creationId xmlns:a16="http://schemas.microsoft.com/office/drawing/2014/main" id="{94AD1EC5-E637-4BC6-8568-EBECFF9951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663E521-AF4A-48EE-AB97-41E4D5CEA335}"/>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851274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4D322-8292-4D1E-A572-4564FF40A8AA}"/>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E0867E3B-9494-4E16-9D08-49F36C61B2D6}"/>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97B97C1-DF3F-4F98-9882-AA90E6A6AAA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6A9D014-19E7-40ED-9E23-1A124D7CF3DE}"/>
              </a:ext>
            </a:extLst>
          </p:cNvPr>
          <p:cNvSpPr>
            <a:spLocks noGrp="1"/>
          </p:cNvSpPr>
          <p:nvPr>
            <p:ph type="dt" sz="half" idx="10"/>
          </p:nvPr>
        </p:nvSpPr>
        <p:spPr/>
        <p:txBody>
          <a:bodyPr/>
          <a:lstStyle/>
          <a:p>
            <a:fld id="{1D8BD707-D9CF-40AE-B4C6-C98DA3205C09}" type="datetimeFigureOut">
              <a:rPr lang="en-US" smtClean="0"/>
              <a:t>7/2/2026</a:t>
            </a:fld>
            <a:endParaRPr lang="en-US"/>
          </a:p>
        </p:txBody>
      </p:sp>
      <p:sp>
        <p:nvSpPr>
          <p:cNvPr id="6" name="Footer Placeholder 5">
            <a:extLst>
              <a:ext uri="{FF2B5EF4-FFF2-40B4-BE49-F238E27FC236}">
                <a16:creationId xmlns:a16="http://schemas.microsoft.com/office/drawing/2014/main" id="{E9B35C21-4F74-4D75-AB93-3C81C42DF4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2A4D5C-B703-4628-8DFF-7E241DE64BF3}"/>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599151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D851C-2651-4BFB-8520-EC7752C374FA}"/>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E3DFBD46-EFF0-4CC1-9477-467CDD2065F2}"/>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D816EE50-1F69-4645-A11E-CB80D01CABC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CAC748E-2679-4B13-B7F2-55CBB5052943}"/>
              </a:ext>
            </a:extLst>
          </p:cNvPr>
          <p:cNvSpPr>
            <a:spLocks noGrp="1"/>
          </p:cNvSpPr>
          <p:nvPr>
            <p:ph type="dt" sz="half" idx="10"/>
          </p:nvPr>
        </p:nvSpPr>
        <p:spPr/>
        <p:txBody>
          <a:bodyPr/>
          <a:lstStyle/>
          <a:p>
            <a:fld id="{1D8BD707-D9CF-40AE-B4C6-C98DA3205C09}" type="datetimeFigureOut">
              <a:rPr lang="en-US" smtClean="0"/>
              <a:t>7/2/2026</a:t>
            </a:fld>
            <a:endParaRPr lang="en-US"/>
          </a:p>
        </p:txBody>
      </p:sp>
      <p:sp>
        <p:nvSpPr>
          <p:cNvPr id="6" name="Footer Placeholder 5">
            <a:extLst>
              <a:ext uri="{FF2B5EF4-FFF2-40B4-BE49-F238E27FC236}">
                <a16:creationId xmlns:a16="http://schemas.microsoft.com/office/drawing/2014/main" id="{84776653-1E86-4845-8C56-125B6B55AF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1945FA-3F45-446B-8212-38083D5C386A}"/>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425248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A5C4F-A729-40F9-AEF5-2014D06FD46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4518F6B-8599-4E06-808A-CD005EC1DE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C827ED-2989-47C0-AE6D-76C3C8C99363}"/>
              </a:ext>
            </a:extLst>
          </p:cNvPr>
          <p:cNvSpPr>
            <a:spLocks noGrp="1"/>
          </p:cNvSpPr>
          <p:nvPr>
            <p:ph type="dt" sz="half" idx="10"/>
          </p:nvPr>
        </p:nvSpPr>
        <p:spPr/>
        <p:txBody>
          <a:bodyPr/>
          <a:lstStyle/>
          <a:p>
            <a:fld id="{1D8BD707-D9CF-40AE-B4C6-C98DA3205C09}" type="datetimeFigureOut">
              <a:rPr lang="en-US" smtClean="0"/>
              <a:t>7/2/2026</a:t>
            </a:fld>
            <a:endParaRPr lang="en-US"/>
          </a:p>
        </p:txBody>
      </p:sp>
      <p:sp>
        <p:nvSpPr>
          <p:cNvPr id="5" name="Footer Placeholder 4">
            <a:extLst>
              <a:ext uri="{FF2B5EF4-FFF2-40B4-BE49-F238E27FC236}">
                <a16:creationId xmlns:a16="http://schemas.microsoft.com/office/drawing/2014/main" id="{93565D68-166D-48D9-8E81-1CA37E19CC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7A0C48-5112-4020-8085-7ED138900DD1}"/>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988771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949C87-C162-4DC7-8220-549B29BDB618}"/>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9A41B45-523E-4E6C-A415-CAA3F034E4E3}"/>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94E554-8D18-48D7-A584-DDA650E767E9}"/>
              </a:ext>
            </a:extLst>
          </p:cNvPr>
          <p:cNvSpPr>
            <a:spLocks noGrp="1"/>
          </p:cNvSpPr>
          <p:nvPr>
            <p:ph type="dt" sz="half" idx="10"/>
          </p:nvPr>
        </p:nvSpPr>
        <p:spPr/>
        <p:txBody>
          <a:bodyPr/>
          <a:lstStyle/>
          <a:p>
            <a:fld id="{1D8BD707-D9CF-40AE-B4C6-C98DA3205C09}" type="datetimeFigureOut">
              <a:rPr lang="en-US" smtClean="0"/>
              <a:t>7/2/2026</a:t>
            </a:fld>
            <a:endParaRPr lang="en-US"/>
          </a:p>
        </p:txBody>
      </p:sp>
      <p:sp>
        <p:nvSpPr>
          <p:cNvPr id="5" name="Footer Placeholder 4">
            <a:extLst>
              <a:ext uri="{FF2B5EF4-FFF2-40B4-BE49-F238E27FC236}">
                <a16:creationId xmlns:a16="http://schemas.microsoft.com/office/drawing/2014/main" id="{45F5D17D-DB6F-4D79-8D7C-0F9B1C831E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2159CC-76AA-4288-9E75-FEE18D841171}"/>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8960027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Arial MT"/>
                <a:cs typeface="Arial MT"/>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57410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34504" y="452056"/>
            <a:ext cx="4124325" cy="695960"/>
          </a:xfrm>
          <a:prstGeom prst="rect">
            <a:avLst/>
          </a:prstGeom>
        </p:spPr>
        <p:txBody>
          <a:bodyPr wrap="square" lIns="0" tIns="0" rIns="0" bIns="0">
            <a:spAutoFit/>
          </a:bodyPr>
          <a:lstStyle>
            <a:lvl1pPr>
              <a:defRPr sz="4400" b="0" i="0">
                <a:solidFill>
                  <a:schemeClr val="tx1"/>
                </a:solidFill>
                <a:latin typeface="Arial MT"/>
                <a:cs typeface="Arial MT"/>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4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085881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F54285-9577-4DFC-839E-BF61D4C1E3D0}"/>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1FDA9AA-B387-46A4-BD5A-02C68B6E2C4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277D3A-99B4-40D0-85BE-F933F6755F1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t>7/2/2026</a:t>
            </a:fld>
            <a:endParaRPr lang="en-US"/>
          </a:p>
        </p:txBody>
      </p:sp>
      <p:sp>
        <p:nvSpPr>
          <p:cNvPr id="5" name="Footer Placeholder 4">
            <a:extLst>
              <a:ext uri="{FF2B5EF4-FFF2-40B4-BE49-F238E27FC236}">
                <a16:creationId xmlns:a16="http://schemas.microsoft.com/office/drawing/2014/main" id="{AAA311F0-E101-43A0-B671-A7E21E631CBA}"/>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539FD41-8919-4E25-AD42-C7E98B0E9CC4}"/>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1059690905"/>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6.jpg"/></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23680" cy="6838315"/>
            <a:chOff x="0" y="0"/>
            <a:chExt cx="9123680" cy="6838315"/>
          </a:xfrm>
        </p:grpSpPr>
        <p:pic>
          <p:nvPicPr>
            <p:cNvPr id="3" name="object 3"/>
            <p:cNvPicPr/>
            <p:nvPr/>
          </p:nvPicPr>
          <p:blipFill>
            <a:blip r:embed="rId2" cstate="print"/>
            <a:stretch>
              <a:fillRect/>
            </a:stretch>
          </p:blipFill>
          <p:spPr>
            <a:xfrm>
              <a:off x="0" y="0"/>
              <a:ext cx="3484803" cy="6837845"/>
            </a:xfrm>
            <a:prstGeom prst="rect">
              <a:avLst/>
            </a:prstGeom>
          </p:spPr>
        </p:pic>
        <p:sp>
          <p:nvSpPr>
            <p:cNvPr id="4" name="object 4"/>
            <p:cNvSpPr/>
            <p:nvPr/>
          </p:nvSpPr>
          <p:spPr>
            <a:xfrm>
              <a:off x="1715757" y="1690560"/>
              <a:ext cx="7407909" cy="2513965"/>
            </a:xfrm>
            <a:custGeom>
              <a:avLst/>
              <a:gdLst/>
              <a:ahLst/>
              <a:cxnLst/>
              <a:rect l="l" t="t" r="r" b="b"/>
              <a:pathLst>
                <a:path w="7407909" h="2513965">
                  <a:moveTo>
                    <a:pt x="7407719" y="0"/>
                  </a:moveTo>
                  <a:lnTo>
                    <a:pt x="0" y="0"/>
                  </a:lnTo>
                  <a:lnTo>
                    <a:pt x="0" y="2513520"/>
                  </a:lnTo>
                  <a:lnTo>
                    <a:pt x="3704043" y="2513520"/>
                  </a:lnTo>
                  <a:lnTo>
                    <a:pt x="7407719" y="2513520"/>
                  </a:lnTo>
                  <a:lnTo>
                    <a:pt x="7407719" y="0"/>
                  </a:lnTo>
                  <a:close/>
                </a:path>
              </a:pathLst>
            </a:custGeom>
            <a:solidFill>
              <a:srgbClr val="00007C"/>
            </a:solidFill>
          </p:spPr>
          <p:txBody>
            <a:bodyPr wrap="square" lIns="0" tIns="0" rIns="0" bIns="0" rtlCol="0"/>
            <a:lstStyle/>
            <a:p>
              <a:endParaRPr/>
            </a:p>
          </p:txBody>
        </p:sp>
        <p:sp>
          <p:nvSpPr>
            <p:cNvPr id="5" name="object 5"/>
            <p:cNvSpPr/>
            <p:nvPr/>
          </p:nvSpPr>
          <p:spPr>
            <a:xfrm>
              <a:off x="572757" y="3582720"/>
              <a:ext cx="556260" cy="621030"/>
            </a:xfrm>
            <a:custGeom>
              <a:avLst/>
              <a:gdLst/>
              <a:ahLst/>
              <a:cxnLst/>
              <a:rect l="l" t="t" r="r" b="b"/>
              <a:pathLst>
                <a:path w="556260" h="621029">
                  <a:moveTo>
                    <a:pt x="556196" y="0"/>
                  </a:moveTo>
                  <a:lnTo>
                    <a:pt x="0" y="0"/>
                  </a:lnTo>
                  <a:lnTo>
                    <a:pt x="0" y="621004"/>
                  </a:lnTo>
                  <a:lnTo>
                    <a:pt x="278282" y="621004"/>
                  </a:lnTo>
                  <a:lnTo>
                    <a:pt x="556196" y="621004"/>
                  </a:lnTo>
                  <a:lnTo>
                    <a:pt x="556196" y="0"/>
                  </a:lnTo>
                  <a:close/>
                </a:path>
              </a:pathLst>
            </a:custGeom>
            <a:solidFill>
              <a:srgbClr val="9999CC"/>
            </a:solidFill>
          </p:spPr>
          <p:txBody>
            <a:bodyPr wrap="square" lIns="0" tIns="0" rIns="0" bIns="0" rtlCol="0"/>
            <a:lstStyle/>
            <a:p>
              <a:endParaRPr/>
            </a:p>
          </p:txBody>
        </p:sp>
        <p:sp>
          <p:nvSpPr>
            <p:cNvPr id="6" name="object 6"/>
            <p:cNvSpPr/>
            <p:nvPr/>
          </p:nvSpPr>
          <p:spPr>
            <a:xfrm>
              <a:off x="1716125" y="1066685"/>
              <a:ext cx="1130935" cy="1247140"/>
            </a:xfrm>
            <a:custGeom>
              <a:avLst/>
              <a:gdLst/>
              <a:ahLst/>
              <a:cxnLst/>
              <a:rect l="l" t="t" r="r" b="b"/>
              <a:pathLst>
                <a:path w="1130935" h="1247139">
                  <a:moveTo>
                    <a:pt x="554393" y="623874"/>
                  </a:moveTo>
                  <a:lnTo>
                    <a:pt x="0" y="623874"/>
                  </a:lnTo>
                  <a:lnTo>
                    <a:pt x="0" y="1246670"/>
                  </a:lnTo>
                  <a:lnTo>
                    <a:pt x="277190" y="1246670"/>
                  </a:lnTo>
                  <a:lnTo>
                    <a:pt x="554393" y="1246670"/>
                  </a:lnTo>
                  <a:lnTo>
                    <a:pt x="554393" y="623874"/>
                  </a:lnTo>
                  <a:close/>
                </a:path>
                <a:path w="1130935" h="1247139">
                  <a:moveTo>
                    <a:pt x="1130388" y="0"/>
                  </a:moveTo>
                  <a:lnTo>
                    <a:pt x="564832" y="0"/>
                  </a:lnTo>
                  <a:lnTo>
                    <a:pt x="564832" y="614870"/>
                  </a:lnTo>
                  <a:lnTo>
                    <a:pt x="847788" y="614870"/>
                  </a:lnTo>
                  <a:lnTo>
                    <a:pt x="1130388" y="614870"/>
                  </a:lnTo>
                  <a:lnTo>
                    <a:pt x="1130388" y="0"/>
                  </a:lnTo>
                  <a:close/>
                </a:path>
              </a:pathLst>
            </a:custGeom>
            <a:solidFill>
              <a:srgbClr val="CCCCE5"/>
            </a:solidFill>
          </p:spPr>
          <p:txBody>
            <a:bodyPr wrap="square" lIns="0" tIns="0" rIns="0" bIns="0" rtlCol="0"/>
            <a:lstStyle/>
            <a:p>
              <a:endParaRPr/>
            </a:p>
          </p:txBody>
        </p:sp>
        <p:sp>
          <p:nvSpPr>
            <p:cNvPr id="7" name="object 7"/>
            <p:cNvSpPr/>
            <p:nvPr/>
          </p:nvSpPr>
          <p:spPr>
            <a:xfrm>
              <a:off x="1141196" y="3582720"/>
              <a:ext cx="564515" cy="621030"/>
            </a:xfrm>
            <a:custGeom>
              <a:avLst/>
              <a:gdLst/>
              <a:ahLst/>
              <a:cxnLst/>
              <a:rect l="l" t="t" r="r" b="b"/>
              <a:pathLst>
                <a:path w="564514" h="621029">
                  <a:moveTo>
                    <a:pt x="564121" y="0"/>
                  </a:moveTo>
                  <a:lnTo>
                    <a:pt x="0" y="0"/>
                  </a:lnTo>
                  <a:lnTo>
                    <a:pt x="0" y="621004"/>
                  </a:lnTo>
                  <a:lnTo>
                    <a:pt x="282244" y="621004"/>
                  </a:lnTo>
                  <a:lnTo>
                    <a:pt x="564121" y="621004"/>
                  </a:lnTo>
                  <a:lnTo>
                    <a:pt x="564121" y="0"/>
                  </a:lnTo>
                  <a:close/>
                </a:path>
              </a:pathLst>
            </a:custGeom>
            <a:solidFill>
              <a:srgbClr val="00007C"/>
            </a:solidFill>
          </p:spPr>
          <p:txBody>
            <a:bodyPr wrap="square" lIns="0" tIns="0" rIns="0" bIns="0" rtlCol="0"/>
            <a:lstStyle/>
            <a:p>
              <a:endParaRPr/>
            </a:p>
          </p:txBody>
        </p:sp>
        <p:sp>
          <p:nvSpPr>
            <p:cNvPr id="8" name="object 8"/>
            <p:cNvSpPr/>
            <p:nvPr/>
          </p:nvSpPr>
          <p:spPr>
            <a:xfrm>
              <a:off x="2280958" y="1690560"/>
              <a:ext cx="565785" cy="622935"/>
            </a:xfrm>
            <a:custGeom>
              <a:avLst/>
              <a:gdLst/>
              <a:ahLst/>
              <a:cxnLst/>
              <a:rect l="l" t="t" r="r" b="b"/>
              <a:pathLst>
                <a:path w="565785" h="622935">
                  <a:moveTo>
                    <a:pt x="565556" y="0"/>
                  </a:moveTo>
                  <a:lnTo>
                    <a:pt x="0" y="0"/>
                  </a:lnTo>
                  <a:lnTo>
                    <a:pt x="0" y="622795"/>
                  </a:lnTo>
                  <a:lnTo>
                    <a:pt x="282956" y="622795"/>
                  </a:lnTo>
                  <a:lnTo>
                    <a:pt x="565556" y="622795"/>
                  </a:lnTo>
                  <a:lnTo>
                    <a:pt x="565556" y="0"/>
                  </a:lnTo>
                  <a:close/>
                </a:path>
              </a:pathLst>
            </a:custGeom>
            <a:solidFill>
              <a:srgbClr val="9999CC"/>
            </a:solidFill>
          </p:spPr>
          <p:txBody>
            <a:bodyPr wrap="square" lIns="0" tIns="0" rIns="0" bIns="0" rtlCol="0"/>
            <a:lstStyle/>
            <a:p>
              <a:endParaRPr/>
            </a:p>
          </p:txBody>
        </p:sp>
        <p:sp>
          <p:nvSpPr>
            <p:cNvPr id="9" name="object 9"/>
            <p:cNvSpPr/>
            <p:nvPr/>
          </p:nvSpPr>
          <p:spPr>
            <a:xfrm>
              <a:off x="1141196" y="2323795"/>
              <a:ext cx="564515" cy="613410"/>
            </a:xfrm>
            <a:custGeom>
              <a:avLst/>
              <a:gdLst/>
              <a:ahLst/>
              <a:cxnLst/>
              <a:rect l="l" t="t" r="r" b="b"/>
              <a:pathLst>
                <a:path w="564514" h="613410">
                  <a:moveTo>
                    <a:pt x="564121" y="0"/>
                  </a:moveTo>
                  <a:lnTo>
                    <a:pt x="0" y="0"/>
                  </a:lnTo>
                  <a:lnTo>
                    <a:pt x="0" y="613079"/>
                  </a:lnTo>
                  <a:lnTo>
                    <a:pt x="282244" y="613079"/>
                  </a:lnTo>
                  <a:lnTo>
                    <a:pt x="564121" y="613079"/>
                  </a:lnTo>
                  <a:lnTo>
                    <a:pt x="564121" y="0"/>
                  </a:lnTo>
                  <a:close/>
                </a:path>
              </a:pathLst>
            </a:custGeom>
            <a:solidFill>
              <a:srgbClr val="CCCCE5"/>
            </a:solidFill>
          </p:spPr>
          <p:txBody>
            <a:bodyPr wrap="square" lIns="0" tIns="0" rIns="0" bIns="0" rtlCol="0"/>
            <a:lstStyle/>
            <a:p>
              <a:endParaRPr/>
            </a:p>
          </p:txBody>
        </p:sp>
        <p:sp>
          <p:nvSpPr>
            <p:cNvPr id="10" name="object 10"/>
            <p:cNvSpPr/>
            <p:nvPr/>
          </p:nvSpPr>
          <p:spPr>
            <a:xfrm>
              <a:off x="0" y="2323795"/>
              <a:ext cx="562610" cy="613410"/>
            </a:xfrm>
            <a:custGeom>
              <a:avLst/>
              <a:gdLst/>
              <a:ahLst/>
              <a:cxnLst/>
              <a:rect l="l" t="t" r="r" b="b"/>
              <a:pathLst>
                <a:path w="562610" h="613410">
                  <a:moveTo>
                    <a:pt x="562317" y="0"/>
                  </a:moveTo>
                  <a:lnTo>
                    <a:pt x="0" y="0"/>
                  </a:lnTo>
                  <a:lnTo>
                    <a:pt x="0" y="613079"/>
                  </a:lnTo>
                  <a:lnTo>
                    <a:pt x="281165" y="613079"/>
                  </a:lnTo>
                  <a:lnTo>
                    <a:pt x="562317" y="613079"/>
                  </a:lnTo>
                  <a:lnTo>
                    <a:pt x="562317" y="0"/>
                  </a:lnTo>
                  <a:close/>
                </a:path>
              </a:pathLst>
            </a:custGeom>
            <a:solidFill>
              <a:srgbClr val="00007C"/>
            </a:solidFill>
          </p:spPr>
          <p:txBody>
            <a:bodyPr wrap="square" lIns="0" tIns="0" rIns="0" bIns="0" rtlCol="0"/>
            <a:lstStyle/>
            <a:p>
              <a:endParaRPr/>
            </a:p>
          </p:txBody>
        </p:sp>
        <p:sp>
          <p:nvSpPr>
            <p:cNvPr id="11" name="object 11"/>
            <p:cNvSpPr/>
            <p:nvPr/>
          </p:nvSpPr>
          <p:spPr>
            <a:xfrm>
              <a:off x="1716125" y="2323795"/>
              <a:ext cx="554990" cy="613410"/>
            </a:xfrm>
            <a:custGeom>
              <a:avLst/>
              <a:gdLst/>
              <a:ahLst/>
              <a:cxnLst/>
              <a:rect l="l" t="t" r="r" b="b"/>
              <a:pathLst>
                <a:path w="554989" h="613410">
                  <a:moveTo>
                    <a:pt x="554393" y="0"/>
                  </a:moveTo>
                  <a:lnTo>
                    <a:pt x="0" y="0"/>
                  </a:lnTo>
                  <a:lnTo>
                    <a:pt x="0" y="613079"/>
                  </a:lnTo>
                  <a:lnTo>
                    <a:pt x="277190" y="613079"/>
                  </a:lnTo>
                  <a:lnTo>
                    <a:pt x="554393" y="613079"/>
                  </a:lnTo>
                  <a:lnTo>
                    <a:pt x="554393" y="0"/>
                  </a:lnTo>
                  <a:close/>
                </a:path>
              </a:pathLst>
            </a:custGeom>
            <a:solidFill>
              <a:srgbClr val="9999CC"/>
            </a:solidFill>
          </p:spPr>
          <p:txBody>
            <a:bodyPr wrap="square" lIns="0" tIns="0" rIns="0" bIns="0" rtlCol="0"/>
            <a:lstStyle/>
            <a:p>
              <a:endParaRPr/>
            </a:p>
          </p:txBody>
        </p:sp>
        <p:sp>
          <p:nvSpPr>
            <p:cNvPr id="12" name="object 12"/>
            <p:cNvSpPr/>
            <p:nvPr/>
          </p:nvSpPr>
          <p:spPr>
            <a:xfrm>
              <a:off x="572757" y="2948038"/>
              <a:ext cx="556260" cy="624840"/>
            </a:xfrm>
            <a:custGeom>
              <a:avLst/>
              <a:gdLst/>
              <a:ahLst/>
              <a:cxnLst/>
              <a:rect l="l" t="t" r="r" b="b"/>
              <a:pathLst>
                <a:path w="556260" h="624839">
                  <a:moveTo>
                    <a:pt x="556196" y="0"/>
                  </a:moveTo>
                  <a:lnTo>
                    <a:pt x="0" y="0"/>
                  </a:lnTo>
                  <a:lnTo>
                    <a:pt x="0" y="624243"/>
                  </a:lnTo>
                  <a:lnTo>
                    <a:pt x="278282" y="624243"/>
                  </a:lnTo>
                  <a:lnTo>
                    <a:pt x="556196" y="624243"/>
                  </a:lnTo>
                  <a:lnTo>
                    <a:pt x="556196" y="0"/>
                  </a:lnTo>
                  <a:close/>
                </a:path>
              </a:pathLst>
            </a:custGeom>
            <a:solidFill>
              <a:srgbClr val="CCCCE5"/>
            </a:solidFill>
          </p:spPr>
          <p:txBody>
            <a:bodyPr wrap="square" lIns="0" tIns="0" rIns="0" bIns="0" rtlCol="0"/>
            <a:lstStyle/>
            <a:p>
              <a:endParaRPr/>
            </a:p>
          </p:txBody>
        </p:sp>
        <p:sp>
          <p:nvSpPr>
            <p:cNvPr id="13" name="object 13"/>
            <p:cNvSpPr/>
            <p:nvPr/>
          </p:nvSpPr>
          <p:spPr>
            <a:xfrm>
              <a:off x="1141196" y="2948038"/>
              <a:ext cx="564515" cy="624840"/>
            </a:xfrm>
            <a:custGeom>
              <a:avLst/>
              <a:gdLst/>
              <a:ahLst/>
              <a:cxnLst/>
              <a:rect l="l" t="t" r="r" b="b"/>
              <a:pathLst>
                <a:path w="564514" h="624839">
                  <a:moveTo>
                    <a:pt x="564121" y="0"/>
                  </a:moveTo>
                  <a:lnTo>
                    <a:pt x="0" y="0"/>
                  </a:lnTo>
                  <a:lnTo>
                    <a:pt x="0" y="624243"/>
                  </a:lnTo>
                  <a:lnTo>
                    <a:pt x="282244" y="624243"/>
                  </a:lnTo>
                  <a:lnTo>
                    <a:pt x="564121" y="624243"/>
                  </a:lnTo>
                  <a:lnTo>
                    <a:pt x="564121" y="0"/>
                  </a:lnTo>
                  <a:close/>
                </a:path>
              </a:pathLst>
            </a:custGeom>
            <a:solidFill>
              <a:srgbClr val="9999CC"/>
            </a:solidFill>
          </p:spPr>
          <p:txBody>
            <a:bodyPr wrap="square" lIns="0" tIns="0" rIns="0" bIns="0" rtlCol="0"/>
            <a:lstStyle/>
            <a:p>
              <a:endParaRPr/>
            </a:p>
          </p:txBody>
        </p:sp>
      </p:grpSp>
      <p:sp>
        <p:nvSpPr>
          <p:cNvPr id="14" name="object 14"/>
          <p:cNvSpPr txBox="1"/>
          <p:nvPr/>
        </p:nvSpPr>
        <p:spPr>
          <a:xfrm>
            <a:off x="3049104" y="2269337"/>
            <a:ext cx="3560445" cy="874598"/>
          </a:xfrm>
          <a:prstGeom prst="rect">
            <a:avLst/>
          </a:prstGeom>
        </p:spPr>
        <p:txBody>
          <a:bodyPr vert="horz" wrap="square" lIns="0" tIns="12700" rIns="0" bIns="0" rtlCol="0">
            <a:spAutoFit/>
          </a:bodyPr>
          <a:lstStyle/>
          <a:p>
            <a:pPr marL="12700">
              <a:lnSpc>
                <a:spcPct val="100000"/>
              </a:lnSpc>
              <a:spcBef>
                <a:spcPts val="100"/>
              </a:spcBef>
            </a:pPr>
            <a:r>
              <a:rPr lang="en-US" sz="2800" dirty="0">
                <a:solidFill>
                  <a:srgbClr val="FFFFFF"/>
                </a:solidFill>
                <a:latin typeface="Arial MT"/>
                <a:cs typeface="Arial MT"/>
              </a:rPr>
              <a:t>Unit2-</a:t>
            </a:r>
            <a:r>
              <a:rPr sz="2800" dirty="0">
                <a:solidFill>
                  <a:srgbClr val="FFFFFF"/>
                </a:solidFill>
                <a:latin typeface="Arial MT"/>
                <a:cs typeface="Arial MT"/>
              </a:rPr>
              <a:t>Multimedia</a:t>
            </a:r>
            <a:r>
              <a:rPr sz="2800" spc="-160" dirty="0">
                <a:solidFill>
                  <a:srgbClr val="FFFFFF"/>
                </a:solidFill>
                <a:latin typeface="Arial MT"/>
                <a:cs typeface="Arial MT"/>
              </a:rPr>
              <a:t> </a:t>
            </a:r>
            <a:r>
              <a:rPr sz="2800" spc="-10" dirty="0">
                <a:solidFill>
                  <a:srgbClr val="FFFFFF"/>
                </a:solidFill>
                <a:latin typeface="Arial MT"/>
                <a:cs typeface="Arial MT"/>
              </a:rPr>
              <a:t>Computing</a:t>
            </a:r>
            <a:endParaRPr sz="2800" dirty="0">
              <a:latin typeface="Arial MT"/>
              <a:cs typeface="Arial MT"/>
            </a:endParaRPr>
          </a:p>
        </p:txBody>
      </p:sp>
      <p:sp>
        <p:nvSpPr>
          <p:cNvPr id="15" name="object 15" descr="$PPTXTitle"/>
          <p:cNvSpPr txBox="1">
            <a:spLocks noGrp="1"/>
          </p:cNvSpPr>
          <p:nvPr>
            <p:ph type="title"/>
          </p:nvPr>
        </p:nvSpPr>
        <p:spPr>
          <a:xfrm>
            <a:off x="3029226" y="3260458"/>
            <a:ext cx="3683635"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FFFFFF"/>
                </a:solidFill>
              </a:rPr>
              <a:t>Image</a:t>
            </a:r>
            <a:r>
              <a:rPr sz="3600" spc="-35" dirty="0">
                <a:solidFill>
                  <a:srgbClr val="FFFFFF"/>
                </a:solidFill>
              </a:rPr>
              <a:t> </a:t>
            </a:r>
            <a:r>
              <a:rPr sz="3600" spc="-10" dirty="0">
                <a:solidFill>
                  <a:srgbClr val="FFFFFF"/>
                </a:solidFill>
              </a:rPr>
              <a:t>Processing</a:t>
            </a:r>
            <a:endParaRPr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78625" y="452056"/>
            <a:ext cx="8008924" cy="908158"/>
          </a:xfrm>
          <a:prstGeom prst="rect">
            <a:avLst/>
          </a:prstGeom>
        </p:spPr>
        <p:txBody>
          <a:bodyPr vert="horz" wrap="square" lIns="0" tIns="533615" rIns="0" bIns="0" rtlCol="0">
            <a:spAutoFit/>
          </a:bodyPr>
          <a:lstStyle/>
          <a:p>
            <a:pPr marL="168275">
              <a:lnSpc>
                <a:spcPct val="100000"/>
              </a:lnSpc>
              <a:spcBef>
                <a:spcPts val="100"/>
              </a:spcBef>
            </a:pPr>
            <a:r>
              <a:rPr sz="2400" dirty="0"/>
              <a:t>What</a:t>
            </a:r>
            <a:r>
              <a:rPr sz="2400" spc="-60" dirty="0"/>
              <a:t> </a:t>
            </a:r>
            <a:r>
              <a:rPr sz="2400" dirty="0"/>
              <a:t>is</a:t>
            </a:r>
            <a:r>
              <a:rPr sz="2400" spc="-55" dirty="0"/>
              <a:t> </a:t>
            </a:r>
            <a:r>
              <a:rPr sz="2400" dirty="0"/>
              <a:t>an</a:t>
            </a:r>
            <a:r>
              <a:rPr sz="2400" spc="-65" dirty="0"/>
              <a:t> </a:t>
            </a:r>
            <a:r>
              <a:rPr sz="2400" spc="-10" dirty="0"/>
              <a:t>Image?</a:t>
            </a:r>
          </a:p>
        </p:txBody>
      </p:sp>
      <p:sp>
        <p:nvSpPr>
          <p:cNvPr id="4" name="Rectangle 1">
            <a:extLst>
              <a:ext uri="{FF2B5EF4-FFF2-40B4-BE49-F238E27FC236}">
                <a16:creationId xmlns:a16="http://schemas.microsoft.com/office/drawing/2014/main" id="{873061C5-5059-45D1-9622-0A924C216EB1}"/>
              </a:ext>
            </a:extLst>
          </p:cNvPr>
          <p:cNvSpPr>
            <a:spLocks noChangeArrowheads="1"/>
          </p:cNvSpPr>
          <p:nvPr/>
        </p:nvSpPr>
        <p:spPr bwMode="auto">
          <a:xfrm>
            <a:off x="228600" y="1386718"/>
            <a:ext cx="8008924"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 </a:t>
            </a:r>
            <a:r>
              <a:rPr kumimoji="0" lang="en-US" altLang="en-US" sz="1800" b="1" i="0" u="none" strike="noStrike" cap="none" normalizeH="0" baseline="0" dirty="0">
                <a:ln>
                  <a:noFill/>
                </a:ln>
                <a:solidFill>
                  <a:schemeClr val="tx1"/>
                </a:solidFill>
                <a:effectLst/>
                <a:latin typeface="Arial" panose="020B0604020202020204" pitchFamily="34" charset="0"/>
              </a:rPr>
              <a:t>digital image</a:t>
            </a:r>
            <a:r>
              <a:rPr kumimoji="0" lang="en-US" altLang="en-US" sz="1800" b="0" i="0" u="none" strike="noStrike" cap="none" normalizeH="0" baseline="0" dirty="0">
                <a:ln>
                  <a:noFill/>
                </a:ln>
                <a:solidFill>
                  <a:schemeClr val="tx1"/>
                </a:solidFill>
                <a:effectLst/>
                <a:latin typeface="Arial" panose="020B0604020202020204" pitchFamily="34" charset="0"/>
              </a:rPr>
              <a:t> is a two-dimensional representation of visual information stored in a computer as numerical values. Every image consists of tiny elements called </a:t>
            </a:r>
            <a:r>
              <a:rPr kumimoji="0" lang="en-US" altLang="en-US" sz="1800" b="1" i="0" u="none" strike="noStrike" cap="none" normalizeH="0" baseline="0" dirty="0">
                <a:ln>
                  <a:noFill/>
                </a:ln>
                <a:solidFill>
                  <a:schemeClr val="tx1"/>
                </a:solidFill>
                <a:effectLst/>
                <a:latin typeface="Arial" panose="020B0604020202020204" pitchFamily="34" charset="0"/>
              </a:rPr>
              <a:t>pixels (Picture Elements)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-Each pixel stores brightness and color information.</a:t>
            </a:r>
            <a:endParaRPr kumimoji="0" lang="en-US" altLang="en-US" sz="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dirty="0">
                <a:ln>
                  <a:noFill/>
                </a:ln>
                <a:solidFill>
                  <a:schemeClr val="tx1"/>
                </a:solidFill>
                <a:effectLst/>
                <a:latin typeface="Arial" panose="020B0604020202020204" pitchFamily="34" charset="0"/>
              </a:rPr>
              <a:t>A </a:t>
            </a:r>
            <a:r>
              <a:rPr kumimoji="0" lang="en-US" altLang="en-US" sz="2000" b="0" i="0" u="none" strike="noStrike" cap="none" normalizeH="0" baseline="0" dirty="0">
                <a:ln>
                  <a:noFill/>
                </a:ln>
                <a:solidFill>
                  <a:schemeClr val="tx1"/>
                </a:solidFill>
                <a:effectLst/>
                <a:latin typeface="Arial" panose="020B0604020202020204" pitchFamily="34" charset="0"/>
              </a:rPr>
              <a:t>digital image of size</a:t>
            </a:r>
            <a:endParaRPr kumimoji="0" lang="en-US" altLang="en-US" sz="2000" b="0" i="0" u="none" strike="noStrike" cap="none" normalizeH="0" baseline="0" dirty="0">
              <a:ln>
                <a:noFill/>
              </a:ln>
              <a:solidFill>
                <a:schemeClr val="tx1"/>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panose="020B0604020202020204" pitchFamily="34" charset="-128"/>
              </a:rPr>
              <a:t>1920 × 1080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rPr>
              <a:t>contains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1920×1080=2,073,6001920</a:t>
            </a:r>
            <a:r>
              <a:rPr kumimoji="0" lang="en-US" altLang="en-US" sz="1800" b="0" i="0" u="none" strike="noStrike" cap="none" normalizeH="0" dirty="0">
                <a:ln>
                  <a:noFill/>
                </a:ln>
                <a:solidFill>
                  <a:schemeClr val="tx1"/>
                </a:solidFill>
                <a:effectLst/>
                <a:latin typeface="Arial" panose="020B0604020202020204" pitchFamily="34" charset="0"/>
              </a:rPr>
              <a:t> </a:t>
            </a:r>
            <a:r>
              <a:rPr lang="en-US" dirty="0"/>
              <a:t>pixels.</a:t>
            </a:r>
          </a:p>
          <a:p>
            <a:pPr marL="0" marR="0" lvl="0" indent="0" algn="l" defTabSz="914400" rtl="0" eaLnBrk="0" fontAlgn="base" latinLnBrk="0" hangingPunct="0">
              <a:lnSpc>
                <a:spcPct val="100000"/>
              </a:lnSpc>
              <a:spcBef>
                <a:spcPct val="0"/>
              </a:spcBef>
              <a:spcAft>
                <a:spcPct val="0"/>
              </a:spcAft>
              <a:buClrTx/>
              <a:buSzTx/>
              <a:buFontTx/>
              <a:buNone/>
              <a:tabLst/>
            </a:pPr>
            <a:r>
              <a:rPr lang="en-US" dirty="0"/>
              <a:t>A pixel is the smallest addressable unit of a digital image.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1F6A0915-E5E8-4CAB-9D33-85DA9A7D8401}"/>
              </a:ext>
            </a:extLst>
          </p:cNvPr>
          <p:cNvSpPr>
            <a:spLocks noChangeArrowheads="1"/>
          </p:cNvSpPr>
          <p:nvPr/>
        </p:nvSpPr>
        <p:spPr bwMode="auto">
          <a:xfrm>
            <a:off x="5715000" y="2424499"/>
            <a:ext cx="35814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Components of Digital Images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panose="020B0604020202020204" pitchFamily="34" charset="-128"/>
              </a:rPr>
              <a:t>Digital Image</a:t>
            </a:r>
            <a:br>
              <a:rPr kumimoji="0" lang="en-US" altLang="en-US" b="0" i="0" u="none" strike="noStrike" cap="none" normalizeH="0" baseline="0" dirty="0">
                <a:ln>
                  <a:noFill/>
                </a:ln>
                <a:solidFill>
                  <a:schemeClr val="tx1"/>
                </a:solidFill>
                <a:effectLst/>
                <a:latin typeface="Arial Unicode MS" panose="020B0604020202020204" pitchFamily="34" charset="-128"/>
              </a:rPr>
            </a:br>
            <a:r>
              <a:rPr kumimoji="0" lang="en-US" altLang="en-US" b="0" i="0" u="none" strike="noStrike" cap="none" normalizeH="0" baseline="0" dirty="0">
                <a:ln>
                  <a:noFill/>
                </a:ln>
                <a:solidFill>
                  <a:schemeClr val="tx1"/>
                </a:solidFill>
                <a:effectLst/>
                <a:latin typeface="Arial Unicode MS" panose="020B0604020202020204" pitchFamily="34" charset="-128"/>
              </a:rPr>
              <a:t>│</a:t>
            </a:r>
            <a:br>
              <a:rPr kumimoji="0" lang="en-US" altLang="en-US" b="0" i="0" u="none" strike="noStrike" cap="none" normalizeH="0" baseline="0" dirty="0">
                <a:ln>
                  <a:noFill/>
                </a:ln>
                <a:solidFill>
                  <a:schemeClr val="tx1"/>
                </a:solidFill>
                <a:effectLst/>
                <a:latin typeface="Arial Unicode MS" panose="020B0604020202020204" pitchFamily="34" charset="-128"/>
              </a:rPr>
            </a:br>
            <a:r>
              <a:rPr kumimoji="0" lang="en-US" altLang="en-US" b="0" i="0" u="none" strike="noStrike" cap="none" normalizeH="0" baseline="0" dirty="0">
                <a:ln>
                  <a:noFill/>
                </a:ln>
                <a:solidFill>
                  <a:schemeClr val="tx1"/>
                </a:solidFill>
                <a:effectLst/>
                <a:latin typeface="Arial Unicode MS" panose="020B0604020202020204" pitchFamily="34" charset="-128"/>
              </a:rPr>
              <a:t>├── Pixels</a:t>
            </a:r>
            <a:br>
              <a:rPr kumimoji="0" lang="en-US" altLang="en-US" b="0" i="0" u="none" strike="noStrike" cap="none" normalizeH="0" baseline="0" dirty="0">
                <a:ln>
                  <a:noFill/>
                </a:ln>
                <a:solidFill>
                  <a:schemeClr val="tx1"/>
                </a:solidFill>
                <a:effectLst/>
                <a:latin typeface="Arial Unicode MS" panose="020B0604020202020204" pitchFamily="34" charset="-128"/>
              </a:rPr>
            </a:br>
            <a:r>
              <a:rPr kumimoji="0" lang="en-US" altLang="en-US" b="0" i="0" u="none" strike="noStrike" cap="none" normalizeH="0" baseline="0" dirty="0">
                <a:ln>
                  <a:noFill/>
                </a:ln>
                <a:solidFill>
                  <a:schemeClr val="tx1"/>
                </a:solidFill>
                <a:effectLst/>
                <a:latin typeface="Arial Unicode MS" panose="020B0604020202020204" pitchFamily="34" charset="-128"/>
              </a:rPr>
              <a:t>├── Resolution</a:t>
            </a:r>
            <a:br>
              <a:rPr kumimoji="0" lang="en-US" altLang="en-US" b="0" i="0" u="none" strike="noStrike" cap="none" normalizeH="0" baseline="0" dirty="0">
                <a:ln>
                  <a:noFill/>
                </a:ln>
                <a:solidFill>
                  <a:schemeClr val="tx1"/>
                </a:solidFill>
                <a:effectLst/>
                <a:latin typeface="Arial Unicode MS" panose="020B0604020202020204" pitchFamily="34" charset="-128"/>
              </a:rPr>
            </a:br>
            <a:r>
              <a:rPr kumimoji="0" lang="en-US" altLang="en-US" b="0" i="0" u="none" strike="noStrike" cap="none" normalizeH="0" baseline="0" dirty="0">
                <a:ln>
                  <a:noFill/>
                </a:ln>
                <a:solidFill>
                  <a:schemeClr val="tx1"/>
                </a:solidFill>
                <a:effectLst/>
                <a:latin typeface="Arial Unicode MS" panose="020B0604020202020204" pitchFamily="34" charset="-128"/>
              </a:rPr>
              <a:t>├── Color Depth</a:t>
            </a:r>
            <a:br>
              <a:rPr kumimoji="0" lang="en-US" altLang="en-US" b="0" i="0" u="none" strike="noStrike" cap="none" normalizeH="0" baseline="0" dirty="0">
                <a:ln>
                  <a:noFill/>
                </a:ln>
                <a:solidFill>
                  <a:schemeClr val="tx1"/>
                </a:solidFill>
                <a:effectLst/>
                <a:latin typeface="Arial Unicode MS" panose="020B0604020202020204" pitchFamily="34" charset="-128"/>
              </a:rPr>
            </a:br>
            <a:r>
              <a:rPr kumimoji="0" lang="en-US" altLang="en-US" b="0" i="0" u="none" strike="noStrike" cap="none" normalizeH="0" baseline="0" dirty="0">
                <a:ln>
                  <a:noFill/>
                </a:ln>
                <a:solidFill>
                  <a:schemeClr val="tx1"/>
                </a:solidFill>
                <a:effectLst/>
                <a:latin typeface="Arial Unicode MS" panose="020B0604020202020204" pitchFamily="34" charset="-128"/>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panose="020B0604020202020204" pitchFamily="34" charset="-128"/>
              </a:rPr>
              <a:t>── Compression</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8" name="Rectangle 5">
            <a:extLst>
              <a:ext uri="{FF2B5EF4-FFF2-40B4-BE49-F238E27FC236}">
                <a16:creationId xmlns:a16="http://schemas.microsoft.com/office/drawing/2014/main" id="{6654C24F-28A9-4497-AA26-C9CF6FAE362D}"/>
              </a:ext>
            </a:extLst>
          </p:cNvPr>
          <p:cNvSpPr>
            <a:spLocks noChangeArrowheads="1"/>
          </p:cNvSpPr>
          <p:nvPr/>
        </p:nvSpPr>
        <p:spPr bwMode="auto">
          <a:xfrm>
            <a:off x="76200" y="4279818"/>
            <a:ext cx="640080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-Resolution defines the number of pixels in an image.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Example</a:t>
            </a:r>
            <a:endParaRPr kumimoji="0" lang="en-US" altLang="en-US" sz="1000" b="0" i="0" u="none" strike="noStrike" cap="none" normalizeH="0" baseline="0" dirty="0">
              <a:ln>
                <a:noFill/>
              </a:ln>
              <a:solidFill>
                <a:schemeClr val="tx1"/>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Unicode MS" panose="020B0604020202020204" pitchFamily="34" charset="-128"/>
              </a:rPr>
              <a:t>640 × 480</a:t>
            </a:r>
          </a:p>
          <a:p>
            <a:pPr algn="l" rtl="0" eaLnBrk="0" fontAlgn="base" hangingPunct="0">
              <a:spcBef>
                <a:spcPct val="0"/>
              </a:spcBef>
              <a:spcAft>
                <a:spcPct val="0"/>
              </a:spcAft>
            </a:pPr>
            <a:r>
              <a:rPr lang="en-US" altLang="en-US" sz="1600" dirty="0">
                <a:solidFill>
                  <a:schemeClr val="tx1"/>
                </a:solidFill>
                <a:latin typeface="Arial Unicode MS" panose="020B0604020202020204" pitchFamily="34" charset="-128"/>
              </a:rPr>
              <a:t>-</a:t>
            </a:r>
            <a:r>
              <a:rPr kumimoji="0" lang="en-US" altLang="en-US" sz="1600" b="0" i="0" u="none" strike="noStrike" cap="none" normalizeH="0" baseline="0" dirty="0">
                <a:ln>
                  <a:noFill/>
                </a:ln>
                <a:solidFill>
                  <a:schemeClr val="tx1"/>
                </a:solidFill>
                <a:effectLst/>
                <a:latin typeface="Arial" panose="020B0604020202020204" pitchFamily="34" charset="0"/>
              </a:rPr>
              <a:t>Color depth specifies the number of bits used to represent the color of one pixel.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DB7C3-A890-438E-ADEC-4F8D5E32D0CC}"/>
              </a:ext>
            </a:extLst>
          </p:cNvPr>
          <p:cNvSpPr>
            <a:spLocks noGrp="1"/>
          </p:cNvSpPr>
          <p:nvPr>
            <p:ph type="title"/>
          </p:nvPr>
        </p:nvSpPr>
        <p:spPr/>
        <p:txBody>
          <a:bodyPr/>
          <a:lstStyle/>
          <a:p>
            <a:endParaRPr lang="en-US" dirty="0"/>
          </a:p>
        </p:txBody>
      </p:sp>
      <p:graphicFrame>
        <p:nvGraphicFramePr>
          <p:cNvPr id="3" name="Table 2">
            <a:extLst>
              <a:ext uri="{FF2B5EF4-FFF2-40B4-BE49-F238E27FC236}">
                <a16:creationId xmlns:a16="http://schemas.microsoft.com/office/drawing/2014/main" id="{A8CD6886-4017-4934-8B63-326D5BF9D57C}"/>
              </a:ext>
            </a:extLst>
          </p:cNvPr>
          <p:cNvGraphicFramePr>
            <a:graphicFrameLocks noGrp="1"/>
          </p:cNvGraphicFramePr>
          <p:nvPr>
            <p:extLst>
              <p:ext uri="{D42A27DB-BD31-4B8C-83A1-F6EECF244321}">
                <p14:modId xmlns:p14="http://schemas.microsoft.com/office/powerpoint/2010/main" val="3550667696"/>
              </p:ext>
            </p:extLst>
          </p:nvPr>
        </p:nvGraphicFramePr>
        <p:xfrm>
          <a:off x="152400" y="1828800"/>
          <a:ext cx="6553200" cy="2194560"/>
        </p:xfrm>
        <a:graphic>
          <a:graphicData uri="http://schemas.openxmlformats.org/drawingml/2006/table">
            <a:tbl>
              <a:tblPr/>
              <a:tblGrid>
                <a:gridCol w="3276600">
                  <a:extLst>
                    <a:ext uri="{9D8B030D-6E8A-4147-A177-3AD203B41FA5}">
                      <a16:colId xmlns:a16="http://schemas.microsoft.com/office/drawing/2014/main" val="3116795012"/>
                    </a:ext>
                  </a:extLst>
                </a:gridCol>
                <a:gridCol w="3276600">
                  <a:extLst>
                    <a:ext uri="{9D8B030D-6E8A-4147-A177-3AD203B41FA5}">
                      <a16:colId xmlns:a16="http://schemas.microsoft.com/office/drawing/2014/main" val="2679550198"/>
                    </a:ext>
                  </a:extLst>
                </a:gridCol>
              </a:tblGrid>
              <a:tr h="365760">
                <a:tc>
                  <a:txBody>
                    <a:bodyPr/>
                    <a:lstStyle/>
                    <a:p>
                      <a:r>
                        <a:rPr lang="en-US" sz="1800"/>
                        <a:t>Color Depth</a:t>
                      </a:r>
                    </a:p>
                  </a:txBody>
                  <a:tcPr anchor="ctr">
                    <a:lnL>
                      <a:noFill/>
                    </a:lnL>
                    <a:lnR>
                      <a:noFill/>
                    </a:lnR>
                    <a:lnT>
                      <a:noFill/>
                    </a:lnT>
                    <a:lnB>
                      <a:noFill/>
                    </a:lnB>
                  </a:tcPr>
                </a:tc>
                <a:tc>
                  <a:txBody>
                    <a:bodyPr/>
                    <a:lstStyle/>
                    <a:p>
                      <a:r>
                        <a:rPr lang="en-US" sz="1800"/>
                        <a:t>Number of Colors</a:t>
                      </a:r>
                    </a:p>
                  </a:txBody>
                  <a:tcPr anchor="ctr">
                    <a:lnL>
                      <a:noFill/>
                    </a:lnL>
                    <a:lnR>
                      <a:noFill/>
                    </a:lnR>
                    <a:lnT>
                      <a:noFill/>
                    </a:lnT>
                    <a:lnB>
                      <a:noFill/>
                    </a:lnB>
                  </a:tcPr>
                </a:tc>
                <a:extLst>
                  <a:ext uri="{0D108BD9-81ED-4DB2-BD59-A6C34878D82A}">
                    <a16:rowId xmlns:a16="http://schemas.microsoft.com/office/drawing/2014/main" val="1411581140"/>
                  </a:ext>
                </a:extLst>
              </a:tr>
              <a:tr h="365760">
                <a:tc>
                  <a:txBody>
                    <a:bodyPr/>
                    <a:lstStyle/>
                    <a:p>
                      <a:r>
                        <a:rPr lang="en-US" sz="1800"/>
                        <a:t>1 bit</a:t>
                      </a:r>
                    </a:p>
                  </a:txBody>
                  <a:tcPr anchor="ctr">
                    <a:lnL>
                      <a:noFill/>
                    </a:lnL>
                    <a:lnR>
                      <a:noFill/>
                    </a:lnR>
                    <a:lnT>
                      <a:noFill/>
                    </a:lnT>
                    <a:lnB>
                      <a:noFill/>
                    </a:lnB>
                  </a:tcPr>
                </a:tc>
                <a:tc>
                  <a:txBody>
                    <a:bodyPr/>
                    <a:lstStyle/>
                    <a:p>
                      <a:r>
                        <a:rPr lang="en-US" sz="1800"/>
                        <a:t>2</a:t>
                      </a:r>
                    </a:p>
                  </a:txBody>
                  <a:tcPr anchor="ctr">
                    <a:lnL>
                      <a:noFill/>
                    </a:lnL>
                    <a:lnR>
                      <a:noFill/>
                    </a:lnR>
                    <a:lnT>
                      <a:noFill/>
                    </a:lnT>
                    <a:lnB>
                      <a:noFill/>
                    </a:lnB>
                  </a:tcPr>
                </a:tc>
                <a:extLst>
                  <a:ext uri="{0D108BD9-81ED-4DB2-BD59-A6C34878D82A}">
                    <a16:rowId xmlns:a16="http://schemas.microsoft.com/office/drawing/2014/main" val="57942950"/>
                  </a:ext>
                </a:extLst>
              </a:tr>
              <a:tr h="365760">
                <a:tc>
                  <a:txBody>
                    <a:bodyPr/>
                    <a:lstStyle/>
                    <a:p>
                      <a:r>
                        <a:rPr lang="en-US" sz="1800"/>
                        <a:t>8 bit</a:t>
                      </a:r>
                    </a:p>
                  </a:txBody>
                  <a:tcPr anchor="ctr">
                    <a:lnL>
                      <a:noFill/>
                    </a:lnL>
                    <a:lnR>
                      <a:noFill/>
                    </a:lnR>
                    <a:lnT>
                      <a:noFill/>
                    </a:lnT>
                    <a:lnB>
                      <a:noFill/>
                    </a:lnB>
                  </a:tcPr>
                </a:tc>
                <a:tc>
                  <a:txBody>
                    <a:bodyPr/>
                    <a:lstStyle/>
                    <a:p>
                      <a:r>
                        <a:rPr lang="en-US" sz="1800"/>
                        <a:t>256</a:t>
                      </a:r>
                    </a:p>
                  </a:txBody>
                  <a:tcPr anchor="ctr">
                    <a:lnL>
                      <a:noFill/>
                    </a:lnL>
                    <a:lnR>
                      <a:noFill/>
                    </a:lnR>
                    <a:lnT>
                      <a:noFill/>
                    </a:lnT>
                    <a:lnB>
                      <a:noFill/>
                    </a:lnB>
                  </a:tcPr>
                </a:tc>
                <a:extLst>
                  <a:ext uri="{0D108BD9-81ED-4DB2-BD59-A6C34878D82A}">
                    <a16:rowId xmlns:a16="http://schemas.microsoft.com/office/drawing/2014/main" val="3138101810"/>
                  </a:ext>
                </a:extLst>
              </a:tr>
              <a:tr h="365760">
                <a:tc>
                  <a:txBody>
                    <a:bodyPr/>
                    <a:lstStyle/>
                    <a:p>
                      <a:r>
                        <a:rPr lang="en-US" sz="1800"/>
                        <a:t>16 bit</a:t>
                      </a:r>
                    </a:p>
                  </a:txBody>
                  <a:tcPr anchor="ctr">
                    <a:lnL>
                      <a:noFill/>
                    </a:lnL>
                    <a:lnR>
                      <a:noFill/>
                    </a:lnR>
                    <a:lnT>
                      <a:noFill/>
                    </a:lnT>
                    <a:lnB>
                      <a:noFill/>
                    </a:lnB>
                  </a:tcPr>
                </a:tc>
                <a:tc>
                  <a:txBody>
                    <a:bodyPr/>
                    <a:lstStyle/>
                    <a:p>
                      <a:r>
                        <a:rPr lang="en-US" sz="1800"/>
                        <a:t>65,536</a:t>
                      </a:r>
                    </a:p>
                  </a:txBody>
                  <a:tcPr anchor="ctr">
                    <a:lnL>
                      <a:noFill/>
                    </a:lnL>
                    <a:lnR>
                      <a:noFill/>
                    </a:lnR>
                    <a:lnT>
                      <a:noFill/>
                    </a:lnT>
                    <a:lnB>
                      <a:noFill/>
                    </a:lnB>
                  </a:tcPr>
                </a:tc>
                <a:extLst>
                  <a:ext uri="{0D108BD9-81ED-4DB2-BD59-A6C34878D82A}">
                    <a16:rowId xmlns:a16="http://schemas.microsoft.com/office/drawing/2014/main" val="24894196"/>
                  </a:ext>
                </a:extLst>
              </a:tr>
              <a:tr h="365760">
                <a:tc>
                  <a:txBody>
                    <a:bodyPr/>
                    <a:lstStyle/>
                    <a:p>
                      <a:r>
                        <a:rPr lang="en-US" sz="1800"/>
                        <a:t>24 bit</a:t>
                      </a:r>
                    </a:p>
                  </a:txBody>
                  <a:tcPr anchor="ctr">
                    <a:lnL>
                      <a:noFill/>
                    </a:lnL>
                    <a:lnR>
                      <a:noFill/>
                    </a:lnR>
                    <a:lnT>
                      <a:noFill/>
                    </a:lnT>
                    <a:lnB>
                      <a:noFill/>
                    </a:lnB>
                  </a:tcPr>
                </a:tc>
                <a:tc>
                  <a:txBody>
                    <a:bodyPr/>
                    <a:lstStyle/>
                    <a:p>
                      <a:r>
                        <a:rPr lang="en-US" sz="1800"/>
                        <a:t>16.7 Million</a:t>
                      </a:r>
                    </a:p>
                  </a:txBody>
                  <a:tcPr anchor="ctr">
                    <a:lnL>
                      <a:noFill/>
                    </a:lnL>
                    <a:lnR>
                      <a:noFill/>
                    </a:lnR>
                    <a:lnT>
                      <a:noFill/>
                    </a:lnT>
                    <a:lnB>
                      <a:noFill/>
                    </a:lnB>
                  </a:tcPr>
                </a:tc>
                <a:extLst>
                  <a:ext uri="{0D108BD9-81ED-4DB2-BD59-A6C34878D82A}">
                    <a16:rowId xmlns:a16="http://schemas.microsoft.com/office/drawing/2014/main" val="3320590385"/>
                  </a:ext>
                </a:extLst>
              </a:tr>
              <a:tr h="365760">
                <a:tc>
                  <a:txBody>
                    <a:bodyPr/>
                    <a:lstStyle/>
                    <a:p>
                      <a:r>
                        <a:rPr lang="en-US" sz="1800" dirty="0"/>
                        <a:t>32 bit</a:t>
                      </a:r>
                    </a:p>
                  </a:txBody>
                  <a:tcPr anchor="ctr">
                    <a:lnL>
                      <a:noFill/>
                    </a:lnL>
                    <a:lnR>
                      <a:noFill/>
                    </a:lnR>
                    <a:lnT>
                      <a:noFill/>
                    </a:lnT>
                    <a:lnB>
                      <a:noFill/>
                    </a:lnB>
                  </a:tcPr>
                </a:tc>
                <a:tc>
                  <a:txBody>
                    <a:bodyPr/>
                    <a:lstStyle/>
                    <a:p>
                      <a:r>
                        <a:rPr lang="en-US" sz="1800" dirty="0"/>
                        <a:t>16.7 Million + Alpha</a:t>
                      </a:r>
                    </a:p>
                  </a:txBody>
                  <a:tcPr anchor="ctr">
                    <a:lnL>
                      <a:noFill/>
                    </a:lnL>
                    <a:lnR>
                      <a:noFill/>
                    </a:lnR>
                    <a:lnT>
                      <a:noFill/>
                    </a:lnT>
                    <a:lnB>
                      <a:noFill/>
                    </a:lnB>
                  </a:tcPr>
                </a:tc>
                <a:extLst>
                  <a:ext uri="{0D108BD9-81ED-4DB2-BD59-A6C34878D82A}">
                    <a16:rowId xmlns:a16="http://schemas.microsoft.com/office/drawing/2014/main" val="1288358851"/>
                  </a:ext>
                </a:extLst>
              </a:tr>
            </a:tbl>
          </a:graphicData>
        </a:graphic>
      </p:graphicFrame>
      <p:sp>
        <p:nvSpPr>
          <p:cNvPr id="4" name="Rectangle 1">
            <a:extLst>
              <a:ext uri="{FF2B5EF4-FFF2-40B4-BE49-F238E27FC236}">
                <a16:creationId xmlns:a16="http://schemas.microsoft.com/office/drawing/2014/main" id="{FBCB7B3C-A283-41F3-B579-7FFE9DC78864}"/>
              </a:ext>
            </a:extLst>
          </p:cNvPr>
          <p:cNvSpPr>
            <a:spLocks noChangeArrowheads="1"/>
          </p:cNvSpPr>
          <p:nvPr/>
        </p:nvSpPr>
        <p:spPr bwMode="auto">
          <a:xfrm>
            <a:off x="818066" y="1021007"/>
            <a:ext cx="713004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Color Depth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Color depth specifies the number of bits used to represent the color of one pixel.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1E210D02-DED0-4714-A0F8-40AF5DAA2E5C}"/>
              </a:ext>
            </a:extLst>
          </p:cNvPr>
          <p:cNvSpPr txBox="1"/>
          <p:nvPr/>
        </p:nvSpPr>
        <p:spPr>
          <a:xfrm>
            <a:off x="378624" y="4343400"/>
            <a:ext cx="8384375" cy="1938992"/>
          </a:xfrm>
          <a:prstGeom prst="rect">
            <a:avLst/>
          </a:prstGeom>
          <a:noFill/>
        </p:spPr>
        <p:txBody>
          <a:bodyPr wrap="square">
            <a:spAutoFit/>
          </a:bodyPr>
          <a:lstStyle/>
          <a:p>
            <a:r>
              <a:rPr lang="en-US" sz="2400" dirty="0"/>
              <a:t>Mathematical Representation Image Storage Storage=</a:t>
            </a:r>
            <a:r>
              <a:rPr lang="en-US" sz="2400" dirty="0" err="1"/>
              <a:t>Width×Height×BitDepth</a:t>
            </a:r>
            <a:endParaRPr lang="en-US" sz="2400" dirty="0"/>
          </a:p>
          <a:p>
            <a:r>
              <a:rPr lang="en-US" sz="2400" dirty="0"/>
              <a:t>ExampleImage1024 × 768, 24-bit</a:t>
            </a:r>
          </a:p>
          <a:p>
            <a:r>
              <a:rPr lang="en-US" sz="2400" dirty="0"/>
              <a:t>Storage1024×768×24=18,874,368bits</a:t>
            </a:r>
          </a:p>
          <a:p>
            <a:r>
              <a:rPr lang="en-US" sz="2400" dirty="0"/>
              <a:t>Convert to bytes 818,874,368​=2,359,296    bytes≈ 2.25 MB</a:t>
            </a:r>
          </a:p>
        </p:txBody>
      </p:sp>
    </p:spTree>
    <p:extLst>
      <p:ext uri="{BB962C8B-B14F-4D97-AF65-F5344CB8AC3E}">
        <p14:creationId xmlns:p14="http://schemas.microsoft.com/office/powerpoint/2010/main" val="901695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533615" rIns="0" bIns="0" rtlCol="0">
            <a:spAutoFit/>
          </a:bodyPr>
          <a:lstStyle/>
          <a:p>
            <a:pPr marL="168275">
              <a:lnSpc>
                <a:spcPct val="100000"/>
              </a:lnSpc>
              <a:spcBef>
                <a:spcPts val="100"/>
              </a:spcBef>
            </a:pPr>
            <a:r>
              <a:rPr dirty="0"/>
              <a:t>What</a:t>
            </a:r>
            <a:r>
              <a:rPr spc="-60" dirty="0"/>
              <a:t> </a:t>
            </a:r>
            <a:r>
              <a:rPr dirty="0"/>
              <a:t>is</a:t>
            </a:r>
            <a:r>
              <a:rPr spc="-55" dirty="0"/>
              <a:t> </a:t>
            </a:r>
            <a:r>
              <a:rPr dirty="0"/>
              <a:t>an</a:t>
            </a:r>
            <a:r>
              <a:rPr spc="-65" dirty="0"/>
              <a:t> </a:t>
            </a:r>
            <a:r>
              <a:rPr spc="-10" dirty="0"/>
              <a:t>Image?</a:t>
            </a:r>
          </a:p>
        </p:txBody>
      </p:sp>
      <p:pic>
        <p:nvPicPr>
          <p:cNvPr id="3" name="object 3"/>
          <p:cNvPicPr/>
          <p:nvPr/>
        </p:nvPicPr>
        <p:blipFill>
          <a:blip r:embed="rId2" cstate="print"/>
          <a:stretch>
            <a:fillRect/>
          </a:stretch>
        </p:blipFill>
        <p:spPr>
          <a:xfrm>
            <a:off x="457200" y="1671116"/>
            <a:ext cx="7082282" cy="363564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51935-1F2C-42EA-B898-97B9E0771D84}"/>
              </a:ext>
            </a:extLst>
          </p:cNvPr>
          <p:cNvSpPr>
            <a:spLocks noGrp="1"/>
          </p:cNvSpPr>
          <p:nvPr>
            <p:ph type="title"/>
          </p:nvPr>
        </p:nvSpPr>
        <p:spPr>
          <a:xfrm>
            <a:off x="609600" y="304800"/>
            <a:ext cx="8770924" cy="2769989"/>
          </a:xfrm>
        </p:spPr>
        <p:txBody>
          <a:bodyPr/>
          <a:lstStyle/>
          <a:p>
            <a:r>
              <a:rPr lang="en-US" sz="1800" b="1" dirty="0"/>
              <a:t>    </a:t>
            </a:r>
            <a:br>
              <a:rPr lang="en-US" sz="1800" b="1" dirty="0"/>
            </a:br>
            <a:r>
              <a:rPr lang="en-US" sz="1800" b="1" dirty="0"/>
              <a:t>			IMAGE FILE FORMATS:TYPES</a:t>
            </a:r>
            <a:br>
              <a:rPr lang="en-US" sz="1800" b="1" dirty="0"/>
            </a:br>
            <a:r>
              <a:rPr lang="en-US" sz="1800" b="1" dirty="0"/>
              <a:t>GIF</a:t>
            </a:r>
            <a:br>
              <a:rPr lang="en-US" sz="1800" b="1" dirty="0"/>
            </a:br>
            <a:r>
              <a:rPr lang="en-US" sz="1800" dirty="0"/>
              <a:t>Characteristics</a:t>
            </a:r>
            <a:br>
              <a:rPr lang="en-US" sz="1800" dirty="0"/>
            </a:br>
            <a:r>
              <a:rPr lang="en-US" sz="1800" dirty="0"/>
              <a:t>256 colors </a:t>
            </a:r>
            <a:br>
              <a:rPr lang="en-US" sz="1800" dirty="0"/>
            </a:br>
            <a:r>
              <a:rPr lang="en-US" sz="1800" dirty="0"/>
              <a:t>Supports animation </a:t>
            </a:r>
            <a:br>
              <a:rPr lang="en-US" sz="1800" dirty="0"/>
            </a:br>
            <a:r>
              <a:rPr lang="en-US" sz="1800" dirty="0"/>
              <a:t>Applications</a:t>
            </a:r>
            <a:br>
              <a:rPr lang="en-US" sz="1800" dirty="0"/>
            </a:br>
            <a:r>
              <a:rPr lang="en-US" sz="1800" dirty="0"/>
              <a:t>Simple animations </a:t>
            </a:r>
            <a:br>
              <a:rPr lang="en-US" sz="1800" dirty="0"/>
            </a:br>
            <a:r>
              <a:rPr lang="en-US" sz="1800" dirty="0"/>
              <a:t>Stickers</a:t>
            </a:r>
            <a:br>
              <a:rPr lang="en-US" sz="1800" dirty="0"/>
            </a:br>
            <a:endParaRPr lang="en-US" sz="1800" dirty="0"/>
          </a:p>
        </p:txBody>
      </p:sp>
      <p:sp>
        <p:nvSpPr>
          <p:cNvPr id="3" name="Content Placeholder 2">
            <a:extLst>
              <a:ext uri="{FF2B5EF4-FFF2-40B4-BE49-F238E27FC236}">
                <a16:creationId xmlns:a16="http://schemas.microsoft.com/office/drawing/2014/main" id="{E7EB8A6C-2345-42B1-9A95-D1F07FF44042}"/>
              </a:ext>
            </a:extLst>
          </p:cNvPr>
          <p:cNvSpPr>
            <a:spLocks noGrp="1"/>
          </p:cNvSpPr>
          <p:nvPr>
            <p:ph sz="half" idx="2"/>
          </p:nvPr>
        </p:nvSpPr>
        <p:spPr>
          <a:xfrm>
            <a:off x="152400" y="2971800"/>
            <a:ext cx="8610600" cy="3693319"/>
          </a:xfrm>
        </p:spPr>
        <p:txBody>
          <a:bodyPr/>
          <a:lstStyle/>
          <a:p>
            <a:pPr algn="l"/>
            <a:r>
              <a:rPr lang="en-US" sz="1600" b="0" i="0" dirty="0">
                <a:effectLst/>
                <a:latin typeface="Verdana" panose="020B0604030504040204" pitchFamily="34" charset="0"/>
              </a:rPr>
              <a:t>GIF - Graphics Interchange Formats</a:t>
            </a:r>
          </a:p>
          <a:p>
            <a:pPr algn="l"/>
            <a:r>
              <a:rPr lang="en-US" sz="1600" b="0" i="0" dirty="0">
                <a:solidFill>
                  <a:srgbClr val="374151"/>
                </a:solidFill>
                <a:effectLst/>
                <a:latin typeface="Verdana" panose="020B0604030504040204" pitchFamily="34" charset="0"/>
              </a:rPr>
              <a:t>The GIF format was created by </a:t>
            </a:r>
            <a:r>
              <a:rPr lang="en-US" sz="1600" b="0" i="0" dirty="0" err="1">
                <a:solidFill>
                  <a:srgbClr val="374151"/>
                </a:solidFill>
                <a:effectLst/>
                <a:latin typeface="Verdana" panose="020B0604030504040204" pitchFamily="34" charset="0"/>
              </a:rPr>
              <a:t>Compuserve</a:t>
            </a:r>
            <a:r>
              <a:rPr lang="en-US" sz="1600" b="0" i="0" dirty="0">
                <a:solidFill>
                  <a:srgbClr val="374151"/>
                </a:solidFill>
                <a:effectLst/>
                <a:latin typeface="Verdana" panose="020B0604030504040204" pitchFamily="34" charset="0"/>
              </a:rPr>
              <a:t>. It supports 256 colors. GIF format is the most popular on the Internet because of its compact size. It is ideal for small icons used for navigational purpose and simple diagrams. GIF creates a table of up to 256 colors from a pool of 16 million. If the image has less than 256 colors, GIF can easily render the image without any loss of quality. Thus GIF format is lossless only for the image with 256 colors or less. In case of a rich, true color image GIF may lose 99.998% of the colors. GIF files can be saved with a maximum of 256 colors. This makes it is a poor format for photographic images.</a:t>
            </a:r>
          </a:p>
          <a:p>
            <a:pPr algn="l"/>
            <a:r>
              <a:rPr lang="en-US" sz="1600" b="0" i="0" dirty="0">
                <a:solidFill>
                  <a:srgbClr val="374151"/>
                </a:solidFill>
                <a:effectLst/>
                <a:latin typeface="Verdana" panose="020B0604030504040204" pitchFamily="34" charset="0"/>
              </a:rPr>
              <a:t>GIFs can be animated, which is another reason they became so successful. Most animated banner ads are GIFs. GIFs allow single bit transparency that is when you are creating your image, you can specify which color is to be transparent. This provision allows the background colors of the web page to be shown through the image.</a:t>
            </a:r>
          </a:p>
          <a:p>
            <a:endParaRPr lang="en-US" sz="1600" dirty="0"/>
          </a:p>
        </p:txBody>
      </p:sp>
    </p:spTree>
    <p:extLst>
      <p:ext uri="{BB962C8B-B14F-4D97-AF65-F5344CB8AC3E}">
        <p14:creationId xmlns:p14="http://schemas.microsoft.com/office/powerpoint/2010/main" val="1686613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37AD1C-441D-45C2-A0C2-B9BF41678855}"/>
              </a:ext>
            </a:extLst>
          </p:cNvPr>
          <p:cNvSpPr>
            <a:spLocks noGrp="1"/>
          </p:cNvSpPr>
          <p:nvPr>
            <p:ph sz="half" idx="2"/>
          </p:nvPr>
        </p:nvSpPr>
        <p:spPr>
          <a:xfrm>
            <a:off x="16565" y="936010"/>
            <a:ext cx="4355466" cy="4985980"/>
          </a:xfrm>
        </p:spPr>
        <p:txBody>
          <a:bodyPr/>
          <a:lstStyle/>
          <a:p>
            <a:pPr algn="l"/>
            <a:r>
              <a:rPr lang="en-US" sz="1800" b="0" i="0" dirty="0">
                <a:effectLst/>
                <a:latin typeface="Verdana" panose="020B0604030504040204" pitchFamily="34" charset="0"/>
              </a:rPr>
              <a:t>JPEG - Joint Photographic Experts Group</a:t>
            </a:r>
          </a:p>
          <a:p>
            <a:pPr algn="l"/>
            <a:r>
              <a:rPr lang="en-US" sz="1800" b="0" i="0" dirty="0">
                <a:solidFill>
                  <a:srgbClr val="374151"/>
                </a:solidFill>
                <a:effectLst/>
                <a:latin typeface="Verdana" panose="020B0604030504040204" pitchFamily="34" charset="0"/>
              </a:rPr>
              <a:t>The JPEG format was developed by the Joint Photographic Experts Group. JPEG files are bitmapped images. It store information as 24-bit color. This is the format of choice for nearly all photograph images on the internet. Digital cameras save images in a JPEG format by default. It has become the main graphics file format for the World Wide Web and any browser can support it without plug-ins. In order to make the file small, JPEG uses lossy compression.</a:t>
            </a:r>
          </a:p>
          <a:p>
            <a:endParaRPr lang="en-US" sz="1800" dirty="0"/>
          </a:p>
        </p:txBody>
      </p:sp>
      <p:sp>
        <p:nvSpPr>
          <p:cNvPr id="4" name="Content Placeholder 3">
            <a:extLst>
              <a:ext uri="{FF2B5EF4-FFF2-40B4-BE49-F238E27FC236}">
                <a16:creationId xmlns:a16="http://schemas.microsoft.com/office/drawing/2014/main" id="{80386849-5924-497D-AA04-03F8D4BD4EB3}"/>
              </a:ext>
            </a:extLst>
          </p:cNvPr>
          <p:cNvSpPr>
            <a:spLocks noGrp="1"/>
          </p:cNvSpPr>
          <p:nvPr>
            <p:ph sz="half" idx="3"/>
          </p:nvPr>
        </p:nvSpPr>
        <p:spPr>
          <a:xfrm>
            <a:off x="4578626" y="762000"/>
            <a:ext cx="3977640" cy="4616648"/>
          </a:xfrm>
        </p:spPr>
        <p:txBody>
          <a:bodyPr/>
          <a:lstStyle/>
          <a:p>
            <a:r>
              <a:rPr lang="en-US" sz="2000" b="1" dirty="0"/>
              <a:t>. JPEG (JPG)</a:t>
            </a:r>
          </a:p>
          <a:p>
            <a:r>
              <a:rPr lang="en-US" sz="2000" dirty="0"/>
              <a:t>Characteristics</a:t>
            </a:r>
          </a:p>
          <a:p>
            <a:pPr>
              <a:buFont typeface="Arial" panose="020B0604020202020204" pitchFamily="34" charset="0"/>
              <a:buChar char="•"/>
            </a:pPr>
            <a:r>
              <a:rPr lang="en-US" sz="2000" dirty="0"/>
              <a:t>Lossy compression </a:t>
            </a:r>
          </a:p>
          <a:p>
            <a:pPr>
              <a:buFont typeface="Arial" panose="020B0604020202020204" pitchFamily="34" charset="0"/>
              <a:buChar char="•"/>
            </a:pPr>
            <a:r>
              <a:rPr lang="en-US" sz="2000" dirty="0"/>
              <a:t>Small file size </a:t>
            </a:r>
          </a:p>
          <a:p>
            <a:r>
              <a:rPr lang="en-US" sz="2000" dirty="0"/>
              <a:t>Advantages</a:t>
            </a:r>
          </a:p>
          <a:p>
            <a:pPr>
              <a:buFont typeface="Arial" panose="020B0604020202020204" pitchFamily="34" charset="0"/>
              <a:buChar char="•"/>
            </a:pPr>
            <a:r>
              <a:rPr lang="en-US" sz="2000" dirty="0"/>
              <a:t>Good compression </a:t>
            </a:r>
          </a:p>
          <a:p>
            <a:pPr>
              <a:buFont typeface="Arial" panose="020B0604020202020204" pitchFamily="34" charset="0"/>
              <a:buChar char="•"/>
            </a:pPr>
            <a:r>
              <a:rPr lang="en-US" sz="2000" dirty="0"/>
              <a:t>Suitable for photographs </a:t>
            </a:r>
          </a:p>
          <a:p>
            <a:r>
              <a:rPr lang="en-US" sz="2000" dirty="0"/>
              <a:t>Disadvantages</a:t>
            </a:r>
          </a:p>
          <a:p>
            <a:pPr>
              <a:buFont typeface="Arial" panose="020B0604020202020204" pitchFamily="34" charset="0"/>
              <a:buChar char="•"/>
            </a:pPr>
            <a:r>
              <a:rPr lang="en-US" sz="2000" dirty="0"/>
              <a:t>Image quality decreases after repeated editing and saving </a:t>
            </a:r>
          </a:p>
          <a:p>
            <a:r>
              <a:rPr lang="en-US" sz="2000" dirty="0"/>
              <a:t>Applications</a:t>
            </a:r>
          </a:p>
          <a:p>
            <a:pPr>
              <a:buFont typeface="Arial" panose="020B0604020202020204" pitchFamily="34" charset="0"/>
              <a:buChar char="•"/>
            </a:pPr>
            <a:r>
              <a:rPr lang="en-US" sz="2000" dirty="0"/>
              <a:t>Digital cameras </a:t>
            </a:r>
          </a:p>
          <a:p>
            <a:pPr>
              <a:buFont typeface="Arial" panose="020B0604020202020204" pitchFamily="34" charset="0"/>
              <a:buChar char="•"/>
            </a:pPr>
            <a:r>
              <a:rPr lang="en-US" sz="2000" dirty="0"/>
              <a:t>Websites </a:t>
            </a:r>
          </a:p>
          <a:p>
            <a:pPr>
              <a:buFont typeface="Arial" panose="020B0604020202020204" pitchFamily="34" charset="0"/>
              <a:buChar char="•"/>
            </a:pPr>
            <a:r>
              <a:rPr lang="en-US" sz="2000" dirty="0"/>
              <a:t>Social media</a:t>
            </a:r>
          </a:p>
          <a:p>
            <a:endParaRPr lang="en-US" sz="2000" dirty="0"/>
          </a:p>
        </p:txBody>
      </p:sp>
    </p:spTree>
    <p:extLst>
      <p:ext uri="{BB962C8B-B14F-4D97-AF65-F5344CB8AC3E}">
        <p14:creationId xmlns:p14="http://schemas.microsoft.com/office/powerpoint/2010/main" val="30095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6EC978-654D-453F-A373-4DDD9E6C958C}"/>
              </a:ext>
            </a:extLst>
          </p:cNvPr>
          <p:cNvSpPr>
            <a:spLocks noGrp="1"/>
          </p:cNvSpPr>
          <p:nvPr>
            <p:ph sz="half" idx="2"/>
          </p:nvPr>
        </p:nvSpPr>
        <p:spPr>
          <a:xfrm>
            <a:off x="152400" y="754380"/>
            <a:ext cx="4556760" cy="6103621"/>
          </a:xfrm>
        </p:spPr>
        <p:txBody>
          <a:bodyPr/>
          <a:lstStyle/>
          <a:p>
            <a:pPr algn="l"/>
            <a:r>
              <a:rPr lang="en-US" sz="1800" b="0" i="0" dirty="0">
                <a:effectLst/>
                <a:latin typeface="Verdana" panose="020B0604030504040204" pitchFamily="34" charset="0"/>
              </a:rPr>
              <a:t>PNG - Portable Network Graphics</a:t>
            </a:r>
          </a:p>
          <a:p>
            <a:pPr algn="l"/>
            <a:r>
              <a:rPr lang="en-US" sz="1800" b="0" i="0" dirty="0">
                <a:solidFill>
                  <a:srgbClr val="374151"/>
                </a:solidFill>
                <a:effectLst/>
                <a:latin typeface="Verdana" panose="020B0604030504040204" pitchFamily="34" charset="0"/>
              </a:rPr>
              <a:t>PNG is the only lossless format that web browsers support. PNG supports 8 bit, 24 bits, 32 bits and 48 bits data types. One version of the format PNG-8 is similar to the GIF format. But PNG is the superior to the GIF. It produces smaller files and with more options for colors. It supports partial transparency also. PNG-24 is another flavor of PNG, with 24-bit color supports, allowing ranges of color akin to high color JPEG. PNG-24 is in no way a replacement format for JPEG because it is a lossless compression format. This means that file size can be rather big against a comparable JPEG. Also PNG supports for up to 48 bits of color information.</a:t>
            </a:r>
          </a:p>
          <a:p>
            <a:endParaRPr lang="en-US" sz="1800" dirty="0"/>
          </a:p>
        </p:txBody>
      </p:sp>
      <p:sp>
        <p:nvSpPr>
          <p:cNvPr id="4" name="Content Placeholder 3">
            <a:extLst>
              <a:ext uri="{FF2B5EF4-FFF2-40B4-BE49-F238E27FC236}">
                <a16:creationId xmlns:a16="http://schemas.microsoft.com/office/drawing/2014/main" id="{3A559EBD-5256-4546-9DDE-033A6F371A2C}"/>
              </a:ext>
            </a:extLst>
          </p:cNvPr>
          <p:cNvSpPr>
            <a:spLocks noGrp="1"/>
          </p:cNvSpPr>
          <p:nvPr>
            <p:ph sz="half" idx="3"/>
          </p:nvPr>
        </p:nvSpPr>
        <p:spPr>
          <a:xfrm>
            <a:off x="4709160" y="609600"/>
            <a:ext cx="3977640" cy="4431983"/>
          </a:xfrm>
        </p:spPr>
        <p:txBody>
          <a:bodyPr/>
          <a:lstStyle/>
          <a:p>
            <a:r>
              <a:rPr lang="en-US" b="1" dirty="0"/>
              <a:t>PNG</a:t>
            </a:r>
          </a:p>
          <a:p>
            <a:r>
              <a:rPr lang="en-US" dirty="0"/>
              <a:t>Characteristics</a:t>
            </a:r>
          </a:p>
          <a:p>
            <a:pPr>
              <a:buFont typeface="Arial" panose="020B0604020202020204" pitchFamily="34" charset="0"/>
              <a:buChar char="•"/>
            </a:pPr>
            <a:r>
              <a:rPr lang="en-US" dirty="0"/>
              <a:t>Lossless compression </a:t>
            </a:r>
          </a:p>
          <a:p>
            <a:pPr>
              <a:buFont typeface="Arial" panose="020B0604020202020204" pitchFamily="34" charset="0"/>
              <a:buChar char="•"/>
            </a:pPr>
            <a:r>
              <a:rPr lang="en-US" dirty="0"/>
              <a:t>Supports transparency </a:t>
            </a:r>
          </a:p>
          <a:p>
            <a:r>
              <a:rPr lang="en-US" dirty="0"/>
              <a:t>Advantages</a:t>
            </a:r>
          </a:p>
          <a:p>
            <a:pPr>
              <a:buFont typeface="Arial" panose="020B0604020202020204" pitchFamily="34" charset="0"/>
              <a:buChar char="•"/>
            </a:pPr>
            <a:r>
              <a:rPr lang="en-US" dirty="0"/>
              <a:t>Excellent image quality </a:t>
            </a:r>
          </a:p>
          <a:p>
            <a:pPr>
              <a:buFont typeface="Arial" panose="020B0604020202020204" pitchFamily="34" charset="0"/>
              <a:buChar char="•"/>
            </a:pPr>
            <a:r>
              <a:rPr lang="en-US" dirty="0"/>
              <a:t>Transparent backgrounds </a:t>
            </a:r>
          </a:p>
          <a:p>
            <a:r>
              <a:rPr lang="en-US" dirty="0"/>
              <a:t>Applications</a:t>
            </a:r>
          </a:p>
          <a:p>
            <a:pPr>
              <a:buFont typeface="Arial" panose="020B0604020202020204" pitchFamily="34" charset="0"/>
              <a:buChar char="•"/>
            </a:pPr>
            <a:r>
              <a:rPr lang="en-US" dirty="0"/>
              <a:t>Logos </a:t>
            </a:r>
          </a:p>
          <a:p>
            <a:pPr>
              <a:buFont typeface="Arial" panose="020B0604020202020204" pitchFamily="34" charset="0"/>
              <a:buChar char="•"/>
            </a:pPr>
            <a:r>
              <a:rPr lang="en-US" dirty="0"/>
              <a:t>Icons </a:t>
            </a:r>
          </a:p>
          <a:p>
            <a:pPr>
              <a:buFont typeface="Arial" panose="020B0604020202020204" pitchFamily="34" charset="0"/>
              <a:buChar char="•"/>
            </a:pPr>
            <a:r>
              <a:rPr lang="en-US" dirty="0"/>
              <a:t>Web graphics</a:t>
            </a:r>
          </a:p>
          <a:p>
            <a:endParaRPr lang="en-US" dirty="0"/>
          </a:p>
        </p:txBody>
      </p:sp>
    </p:spTree>
    <p:extLst>
      <p:ext uri="{BB962C8B-B14F-4D97-AF65-F5344CB8AC3E}">
        <p14:creationId xmlns:p14="http://schemas.microsoft.com/office/powerpoint/2010/main" val="4108460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B7030B-C547-4F23-B6E7-5EAB26EC44D4}"/>
              </a:ext>
            </a:extLst>
          </p:cNvPr>
          <p:cNvSpPr>
            <a:spLocks noGrp="1"/>
          </p:cNvSpPr>
          <p:nvPr>
            <p:ph sz="half" idx="2"/>
          </p:nvPr>
        </p:nvSpPr>
        <p:spPr>
          <a:xfrm>
            <a:off x="104030" y="533400"/>
            <a:ext cx="4848970" cy="8446710"/>
          </a:xfrm>
        </p:spPr>
        <p:txBody>
          <a:bodyPr/>
          <a:lstStyle/>
          <a:p>
            <a:pPr algn="l"/>
            <a:r>
              <a:rPr lang="en-US" sz="1800" b="0" i="0" dirty="0">
                <a:effectLst/>
                <a:latin typeface="Verdana" panose="020B0604030504040204" pitchFamily="34" charset="0"/>
              </a:rPr>
              <a:t>TIFF - Tagged Image File Format</a:t>
            </a:r>
          </a:p>
          <a:p>
            <a:pPr algn="l"/>
            <a:r>
              <a:rPr lang="en-US" sz="1800" b="0" i="0" dirty="0">
                <a:solidFill>
                  <a:srgbClr val="374151"/>
                </a:solidFill>
                <a:effectLst/>
                <a:latin typeface="Verdana" panose="020B0604030504040204" pitchFamily="34" charset="0"/>
              </a:rPr>
              <a:t>The TIFF format was developed by the Aldus Corporation in the 1980 and was later supported by Microsoft. TIFF file format is widely used bitmapped file format. It is supported by many image editing applications, software used by scanners and photo retouching programs.</a:t>
            </a:r>
          </a:p>
          <a:p>
            <a:pPr algn="l"/>
            <a:r>
              <a:rPr lang="en-US" sz="1800" b="0" i="0" dirty="0">
                <a:solidFill>
                  <a:srgbClr val="374151"/>
                </a:solidFill>
                <a:effectLst/>
                <a:latin typeface="Verdana" panose="020B0604030504040204" pitchFamily="34" charset="0"/>
              </a:rPr>
              <a:t>TIFF can store many different types of image ranging from 1 bit image, grayscale image, 8 bit color image, 24 bit RGB image etc. TIFF files originally use lossless compression. Today TIFF files also use lossy compression according to the requirement. Therefore, it is a very flexible format. This file format is suitable when the output is printed. Multi-page documents can be stored as a single TIFF file and that is way this file format is so popular. The TIFF format is now used and controlled by Adobe.</a:t>
            </a:r>
          </a:p>
          <a:p>
            <a:endParaRPr lang="en-US" sz="1800" dirty="0"/>
          </a:p>
        </p:txBody>
      </p:sp>
      <p:sp>
        <p:nvSpPr>
          <p:cNvPr id="4" name="Content Placeholder 3">
            <a:extLst>
              <a:ext uri="{FF2B5EF4-FFF2-40B4-BE49-F238E27FC236}">
                <a16:creationId xmlns:a16="http://schemas.microsoft.com/office/drawing/2014/main" id="{481BD523-0B9E-4719-91D7-EA410FFA1C85}"/>
              </a:ext>
            </a:extLst>
          </p:cNvPr>
          <p:cNvSpPr>
            <a:spLocks noGrp="1"/>
          </p:cNvSpPr>
          <p:nvPr>
            <p:ph sz="half" idx="3"/>
          </p:nvPr>
        </p:nvSpPr>
        <p:spPr>
          <a:xfrm>
            <a:off x="5486400" y="533400"/>
            <a:ext cx="3200400" cy="3323987"/>
          </a:xfrm>
        </p:spPr>
        <p:txBody>
          <a:bodyPr/>
          <a:lstStyle/>
          <a:p>
            <a:r>
              <a:rPr lang="en-US" b="1" dirty="0"/>
              <a:t>TIFF</a:t>
            </a:r>
          </a:p>
          <a:p>
            <a:r>
              <a:rPr lang="en-US" dirty="0"/>
              <a:t>Characteristics</a:t>
            </a:r>
          </a:p>
          <a:p>
            <a:pPr>
              <a:buFont typeface="Arial" panose="020B0604020202020204" pitchFamily="34" charset="0"/>
              <a:buChar char="•"/>
            </a:pPr>
            <a:r>
              <a:rPr lang="en-US" dirty="0"/>
              <a:t>High-quality </a:t>
            </a:r>
          </a:p>
          <a:p>
            <a:pPr>
              <a:buFont typeface="Arial" panose="020B0604020202020204" pitchFamily="34" charset="0"/>
              <a:buChar char="•"/>
            </a:pPr>
            <a:r>
              <a:rPr lang="en-US" dirty="0"/>
              <a:t>Large file size </a:t>
            </a:r>
          </a:p>
          <a:p>
            <a:r>
              <a:rPr lang="en-US" dirty="0"/>
              <a:t>Applications</a:t>
            </a:r>
          </a:p>
          <a:p>
            <a:pPr>
              <a:buFont typeface="Arial" panose="020B0604020202020204" pitchFamily="34" charset="0"/>
              <a:buChar char="•"/>
            </a:pPr>
            <a:r>
              <a:rPr lang="en-US" dirty="0"/>
              <a:t>Medical imaging </a:t>
            </a:r>
          </a:p>
          <a:p>
            <a:pPr>
              <a:buFont typeface="Arial" panose="020B0604020202020204" pitchFamily="34" charset="0"/>
              <a:buChar char="•"/>
            </a:pPr>
            <a:r>
              <a:rPr lang="en-US" dirty="0"/>
              <a:t>Publishing </a:t>
            </a:r>
          </a:p>
          <a:p>
            <a:pPr>
              <a:buFont typeface="Arial" panose="020B0604020202020204" pitchFamily="34" charset="0"/>
              <a:buChar char="•"/>
            </a:pPr>
            <a:r>
              <a:rPr lang="en-US" dirty="0"/>
              <a:t>Printing</a:t>
            </a:r>
          </a:p>
          <a:p>
            <a:endParaRPr lang="en-US" dirty="0"/>
          </a:p>
        </p:txBody>
      </p:sp>
    </p:spTree>
    <p:extLst>
      <p:ext uri="{BB962C8B-B14F-4D97-AF65-F5344CB8AC3E}">
        <p14:creationId xmlns:p14="http://schemas.microsoft.com/office/powerpoint/2010/main" val="628128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9574C6-DBEC-4A7C-AD60-3316B440BF2C}"/>
              </a:ext>
            </a:extLst>
          </p:cNvPr>
          <p:cNvSpPr>
            <a:spLocks noGrp="1"/>
          </p:cNvSpPr>
          <p:nvPr>
            <p:ph sz="half" idx="2"/>
          </p:nvPr>
        </p:nvSpPr>
        <p:spPr>
          <a:xfrm>
            <a:off x="152400" y="685800"/>
            <a:ext cx="4282440" cy="5943600"/>
          </a:xfrm>
        </p:spPr>
        <p:txBody>
          <a:bodyPr/>
          <a:lstStyle/>
          <a:p>
            <a:pPr algn="l"/>
            <a:r>
              <a:rPr lang="en-US" sz="1800" b="0" i="0" dirty="0">
                <a:effectLst/>
                <a:latin typeface="Verdana" panose="020B0604030504040204" pitchFamily="34" charset="0"/>
              </a:rPr>
              <a:t>BMP - Bitmap</a:t>
            </a:r>
          </a:p>
          <a:p>
            <a:pPr algn="l"/>
            <a:r>
              <a:rPr lang="en-US" sz="1800" b="0" i="0" dirty="0">
                <a:solidFill>
                  <a:srgbClr val="374151"/>
                </a:solidFill>
                <a:effectLst/>
                <a:latin typeface="Verdana" panose="020B0604030504040204" pitchFamily="34" charset="0"/>
              </a:rPr>
              <a:t>The bitmap file format (BMP) is a very basic format supported by most Windows applications. BMP can store many different type of image: 1 bit image, grayscale image, 8 bit color image, 24 bit RGB image etc. BMP files are uncompressed. Therefore, these are not suitable for the internet. BMP files can be compressed using lossless data compression algorithms.</a:t>
            </a:r>
          </a:p>
          <a:p>
            <a:endParaRPr lang="en-US" sz="1800" dirty="0"/>
          </a:p>
        </p:txBody>
      </p:sp>
      <p:sp>
        <p:nvSpPr>
          <p:cNvPr id="4" name="Content Placeholder 3">
            <a:extLst>
              <a:ext uri="{FF2B5EF4-FFF2-40B4-BE49-F238E27FC236}">
                <a16:creationId xmlns:a16="http://schemas.microsoft.com/office/drawing/2014/main" id="{F70EC0E7-B6D0-440C-BCD8-E232A9BB75A0}"/>
              </a:ext>
            </a:extLst>
          </p:cNvPr>
          <p:cNvSpPr>
            <a:spLocks noGrp="1"/>
          </p:cNvSpPr>
          <p:nvPr>
            <p:ph sz="half" idx="3"/>
          </p:nvPr>
        </p:nvSpPr>
        <p:spPr>
          <a:xfrm>
            <a:off x="4709160" y="609600"/>
            <a:ext cx="3977640" cy="5170646"/>
          </a:xfrm>
        </p:spPr>
        <p:txBody>
          <a:bodyPr/>
          <a:lstStyle/>
          <a:p>
            <a:r>
              <a:rPr lang="en-US" b="1" dirty="0"/>
              <a:t>BMP (Bitmap)</a:t>
            </a:r>
          </a:p>
          <a:p>
            <a:r>
              <a:rPr lang="en-US" dirty="0"/>
              <a:t>Characteristics</a:t>
            </a:r>
          </a:p>
          <a:p>
            <a:pPr>
              <a:buFont typeface="Arial" panose="020B0604020202020204" pitchFamily="34" charset="0"/>
              <a:buChar char="•"/>
            </a:pPr>
            <a:r>
              <a:rPr lang="en-US" dirty="0"/>
              <a:t>Uncompressed </a:t>
            </a:r>
          </a:p>
          <a:p>
            <a:pPr>
              <a:buFont typeface="Arial" panose="020B0604020202020204" pitchFamily="34" charset="0"/>
              <a:buChar char="•"/>
            </a:pPr>
            <a:r>
              <a:rPr lang="en-US" dirty="0"/>
              <a:t>High quality </a:t>
            </a:r>
          </a:p>
          <a:p>
            <a:pPr>
              <a:buFont typeface="Arial" panose="020B0604020202020204" pitchFamily="34" charset="0"/>
              <a:buChar char="•"/>
            </a:pPr>
            <a:r>
              <a:rPr lang="en-US" dirty="0"/>
              <a:t>Large file size </a:t>
            </a:r>
          </a:p>
          <a:p>
            <a:r>
              <a:rPr lang="en-US" dirty="0"/>
              <a:t>Advantages</a:t>
            </a:r>
          </a:p>
          <a:p>
            <a:pPr>
              <a:buFont typeface="Arial" panose="020B0604020202020204" pitchFamily="34" charset="0"/>
              <a:buChar char="•"/>
            </a:pPr>
            <a:r>
              <a:rPr lang="en-US" dirty="0"/>
              <a:t>Excellent quality </a:t>
            </a:r>
          </a:p>
          <a:p>
            <a:pPr>
              <a:buFont typeface="Arial" panose="020B0604020202020204" pitchFamily="34" charset="0"/>
              <a:buChar char="•"/>
            </a:pPr>
            <a:r>
              <a:rPr lang="en-US" dirty="0"/>
              <a:t>Simple format </a:t>
            </a:r>
          </a:p>
          <a:p>
            <a:r>
              <a:rPr lang="en-US" dirty="0"/>
              <a:t>Disadvantages</a:t>
            </a:r>
          </a:p>
          <a:p>
            <a:pPr>
              <a:buFont typeface="Arial" panose="020B0604020202020204" pitchFamily="34" charset="0"/>
              <a:buChar char="•"/>
            </a:pPr>
            <a:r>
              <a:rPr lang="en-US" dirty="0"/>
              <a:t>Large storage requirement </a:t>
            </a:r>
          </a:p>
          <a:p>
            <a:r>
              <a:rPr lang="en-US" dirty="0"/>
              <a:t>Applications</a:t>
            </a:r>
          </a:p>
          <a:p>
            <a:pPr>
              <a:buFont typeface="Arial" panose="020B0604020202020204" pitchFamily="34" charset="0"/>
              <a:buChar char="•"/>
            </a:pPr>
            <a:r>
              <a:rPr lang="en-US" dirty="0"/>
              <a:t>Windows graphics </a:t>
            </a:r>
          </a:p>
          <a:p>
            <a:pPr>
              <a:buFont typeface="Arial" panose="020B0604020202020204" pitchFamily="34" charset="0"/>
              <a:buChar char="•"/>
            </a:pPr>
            <a:r>
              <a:rPr lang="en-US" dirty="0"/>
              <a:t>Image editing</a:t>
            </a:r>
          </a:p>
          <a:p>
            <a:endParaRPr lang="en-US" dirty="0"/>
          </a:p>
        </p:txBody>
      </p:sp>
    </p:spTree>
    <p:extLst>
      <p:ext uri="{BB962C8B-B14F-4D97-AF65-F5344CB8AC3E}">
        <p14:creationId xmlns:p14="http://schemas.microsoft.com/office/powerpoint/2010/main" val="3154570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E3D82-6045-4C98-A805-BC96D3C482BC}"/>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10BF21A-E42B-45A8-9308-8965F3C51753}"/>
              </a:ext>
            </a:extLst>
          </p:cNvPr>
          <p:cNvSpPr>
            <a:spLocks noGrp="1"/>
          </p:cNvSpPr>
          <p:nvPr>
            <p:ph idx="1"/>
          </p:nvPr>
        </p:nvSpPr>
        <p:spPr/>
        <p:txBody>
          <a:bodyPr/>
          <a:lstStyle/>
          <a:p>
            <a:endParaRPr lang="en-US"/>
          </a:p>
        </p:txBody>
      </p:sp>
      <p:graphicFrame>
        <p:nvGraphicFramePr>
          <p:cNvPr id="4" name="Table 3">
            <a:extLst>
              <a:ext uri="{FF2B5EF4-FFF2-40B4-BE49-F238E27FC236}">
                <a16:creationId xmlns:a16="http://schemas.microsoft.com/office/drawing/2014/main" id="{141A7836-A55C-447F-8298-1F96389A5ABE}"/>
              </a:ext>
            </a:extLst>
          </p:cNvPr>
          <p:cNvGraphicFramePr>
            <a:graphicFrameLocks noGrp="1"/>
          </p:cNvGraphicFramePr>
          <p:nvPr>
            <p:extLst>
              <p:ext uri="{D42A27DB-BD31-4B8C-83A1-F6EECF244321}">
                <p14:modId xmlns:p14="http://schemas.microsoft.com/office/powerpoint/2010/main" val="4038363718"/>
              </p:ext>
            </p:extLst>
          </p:nvPr>
        </p:nvGraphicFramePr>
        <p:xfrm>
          <a:off x="457200" y="2148840"/>
          <a:ext cx="8404225" cy="2080260"/>
        </p:xfrm>
        <a:graphic>
          <a:graphicData uri="http://schemas.openxmlformats.org/drawingml/2006/table">
            <a:tbl>
              <a:tblPr/>
              <a:tblGrid>
                <a:gridCol w="1680845">
                  <a:extLst>
                    <a:ext uri="{9D8B030D-6E8A-4147-A177-3AD203B41FA5}">
                      <a16:colId xmlns:a16="http://schemas.microsoft.com/office/drawing/2014/main" val="3347964325"/>
                    </a:ext>
                  </a:extLst>
                </a:gridCol>
                <a:gridCol w="1680845">
                  <a:extLst>
                    <a:ext uri="{9D8B030D-6E8A-4147-A177-3AD203B41FA5}">
                      <a16:colId xmlns:a16="http://schemas.microsoft.com/office/drawing/2014/main" val="60034745"/>
                    </a:ext>
                  </a:extLst>
                </a:gridCol>
                <a:gridCol w="1680845">
                  <a:extLst>
                    <a:ext uri="{9D8B030D-6E8A-4147-A177-3AD203B41FA5}">
                      <a16:colId xmlns:a16="http://schemas.microsoft.com/office/drawing/2014/main" val="2509509886"/>
                    </a:ext>
                  </a:extLst>
                </a:gridCol>
                <a:gridCol w="1680845">
                  <a:extLst>
                    <a:ext uri="{9D8B030D-6E8A-4147-A177-3AD203B41FA5}">
                      <a16:colId xmlns:a16="http://schemas.microsoft.com/office/drawing/2014/main" val="1820274443"/>
                    </a:ext>
                  </a:extLst>
                </a:gridCol>
                <a:gridCol w="1680845">
                  <a:extLst>
                    <a:ext uri="{9D8B030D-6E8A-4147-A177-3AD203B41FA5}">
                      <a16:colId xmlns:a16="http://schemas.microsoft.com/office/drawing/2014/main" val="487593390"/>
                    </a:ext>
                  </a:extLst>
                </a:gridCol>
              </a:tblGrid>
              <a:tr h="0">
                <a:tc>
                  <a:txBody>
                    <a:bodyPr/>
                    <a:lstStyle/>
                    <a:p>
                      <a:r>
                        <a:rPr lang="en-US"/>
                        <a:t>Format</a:t>
                      </a:r>
                    </a:p>
                  </a:txBody>
                  <a:tcPr anchor="ctr">
                    <a:lnL>
                      <a:noFill/>
                    </a:lnL>
                    <a:lnR>
                      <a:noFill/>
                    </a:lnR>
                    <a:lnT>
                      <a:noFill/>
                    </a:lnT>
                    <a:lnB>
                      <a:noFill/>
                    </a:lnB>
                  </a:tcPr>
                </a:tc>
                <a:tc>
                  <a:txBody>
                    <a:bodyPr/>
                    <a:lstStyle/>
                    <a:p>
                      <a:r>
                        <a:rPr lang="en-US"/>
                        <a:t>Compression</a:t>
                      </a:r>
                    </a:p>
                  </a:txBody>
                  <a:tcPr anchor="ctr">
                    <a:lnL>
                      <a:noFill/>
                    </a:lnL>
                    <a:lnR>
                      <a:noFill/>
                    </a:lnR>
                    <a:lnT>
                      <a:noFill/>
                    </a:lnT>
                    <a:lnB>
                      <a:noFill/>
                    </a:lnB>
                  </a:tcPr>
                </a:tc>
                <a:tc>
                  <a:txBody>
                    <a:bodyPr/>
                    <a:lstStyle/>
                    <a:p>
                      <a:r>
                        <a:rPr lang="en-US"/>
                        <a:t>Transparency</a:t>
                      </a:r>
                    </a:p>
                  </a:txBody>
                  <a:tcPr anchor="ctr">
                    <a:lnL>
                      <a:noFill/>
                    </a:lnL>
                    <a:lnR>
                      <a:noFill/>
                    </a:lnR>
                    <a:lnT>
                      <a:noFill/>
                    </a:lnT>
                    <a:lnB>
                      <a:noFill/>
                    </a:lnB>
                  </a:tcPr>
                </a:tc>
                <a:tc>
                  <a:txBody>
                    <a:bodyPr/>
                    <a:lstStyle/>
                    <a:p>
                      <a:r>
                        <a:rPr lang="en-US"/>
                        <a:t>Animation</a:t>
                      </a:r>
                    </a:p>
                  </a:txBody>
                  <a:tcPr anchor="ctr">
                    <a:lnL>
                      <a:noFill/>
                    </a:lnL>
                    <a:lnR>
                      <a:noFill/>
                    </a:lnR>
                    <a:lnT>
                      <a:noFill/>
                    </a:lnT>
                    <a:lnB>
                      <a:noFill/>
                    </a:lnB>
                  </a:tcPr>
                </a:tc>
                <a:tc>
                  <a:txBody>
                    <a:bodyPr/>
                    <a:lstStyle/>
                    <a:p>
                      <a:r>
                        <a:rPr lang="en-US"/>
                        <a:t>Typical Use</a:t>
                      </a:r>
                    </a:p>
                  </a:txBody>
                  <a:tcPr anchor="ctr">
                    <a:lnL>
                      <a:noFill/>
                    </a:lnL>
                    <a:lnR>
                      <a:noFill/>
                    </a:lnR>
                    <a:lnT>
                      <a:noFill/>
                    </a:lnT>
                    <a:lnB>
                      <a:noFill/>
                    </a:lnB>
                  </a:tcPr>
                </a:tc>
                <a:extLst>
                  <a:ext uri="{0D108BD9-81ED-4DB2-BD59-A6C34878D82A}">
                    <a16:rowId xmlns:a16="http://schemas.microsoft.com/office/drawing/2014/main" val="3334503296"/>
                  </a:ext>
                </a:extLst>
              </a:tr>
              <a:tr h="0">
                <a:tc>
                  <a:txBody>
                    <a:bodyPr/>
                    <a:lstStyle/>
                    <a:p>
                      <a:r>
                        <a:rPr lang="en-US"/>
                        <a:t>BMP</a:t>
                      </a:r>
                    </a:p>
                  </a:txBody>
                  <a:tcPr anchor="ctr">
                    <a:lnL>
                      <a:noFill/>
                    </a:lnL>
                    <a:lnR>
                      <a:noFill/>
                    </a:lnR>
                    <a:lnT>
                      <a:noFill/>
                    </a:lnT>
                    <a:lnB>
                      <a:noFill/>
                    </a:lnB>
                  </a:tcPr>
                </a:tc>
                <a:tc>
                  <a:txBody>
                    <a:bodyPr/>
                    <a:lstStyle/>
                    <a:p>
                      <a:r>
                        <a:rPr lang="en-US"/>
                        <a:t>No</a:t>
                      </a:r>
                    </a:p>
                  </a:txBody>
                  <a:tcPr anchor="ctr">
                    <a:lnL>
                      <a:noFill/>
                    </a:lnL>
                    <a:lnR>
                      <a:noFill/>
                    </a:lnR>
                    <a:lnT>
                      <a:noFill/>
                    </a:lnT>
                    <a:lnB>
                      <a:noFill/>
                    </a:lnB>
                  </a:tcPr>
                </a:tc>
                <a:tc>
                  <a:txBody>
                    <a:bodyPr/>
                    <a:lstStyle/>
                    <a:p>
                      <a:r>
                        <a:rPr lang="en-US"/>
                        <a:t>No</a:t>
                      </a:r>
                    </a:p>
                  </a:txBody>
                  <a:tcPr anchor="ctr">
                    <a:lnL>
                      <a:noFill/>
                    </a:lnL>
                    <a:lnR>
                      <a:noFill/>
                    </a:lnR>
                    <a:lnT>
                      <a:noFill/>
                    </a:lnT>
                    <a:lnB>
                      <a:noFill/>
                    </a:lnB>
                  </a:tcPr>
                </a:tc>
                <a:tc>
                  <a:txBody>
                    <a:bodyPr/>
                    <a:lstStyle/>
                    <a:p>
                      <a:r>
                        <a:rPr lang="en-US"/>
                        <a:t>No</a:t>
                      </a:r>
                    </a:p>
                  </a:txBody>
                  <a:tcPr anchor="ctr">
                    <a:lnL>
                      <a:noFill/>
                    </a:lnL>
                    <a:lnR>
                      <a:noFill/>
                    </a:lnR>
                    <a:lnT>
                      <a:noFill/>
                    </a:lnT>
                    <a:lnB>
                      <a:noFill/>
                    </a:lnB>
                  </a:tcPr>
                </a:tc>
                <a:tc>
                  <a:txBody>
                    <a:bodyPr/>
                    <a:lstStyle/>
                    <a:p>
                      <a:r>
                        <a:rPr lang="en-US"/>
                        <a:t>Editing</a:t>
                      </a:r>
                    </a:p>
                  </a:txBody>
                  <a:tcPr anchor="ctr">
                    <a:lnL>
                      <a:noFill/>
                    </a:lnL>
                    <a:lnR>
                      <a:noFill/>
                    </a:lnR>
                    <a:lnT>
                      <a:noFill/>
                    </a:lnT>
                    <a:lnB>
                      <a:noFill/>
                    </a:lnB>
                  </a:tcPr>
                </a:tc>
                <a:extLst>
                  <a:ext uri="{0D108BD9-81ED-4DB2-BD59-A6C34878D82A}">
                    <a16:rowId xmlns:a16="http://schemas.microsoft.com/office/drawing/2014/main" val="227800862"/>
                  </a:ext>
                </a:extLst>
              </a:tr>
              <a:tr h="0">
                <a:tc>
                  <a:txBody>
                    <a:bodyPr/>
                    <a:lstStyle/>
                    <a:p>
                      <a:r>
                        <a:rPr lang="en-US"/>
                        <a:t>JPEG</a:t>
                      </a:r>
                    </a:p>
                  </a:txBody>
                  <a:tcPr anchor="ctr">
                    <a:lnL>
                      <a:noFill/>
                    </a:lnL>
                    <a:lnR>
                      <a:noFill/>
                    </a:lnR>
                    <a:lnT>
                      <a:noFill/>
                    </a:lnT>
                    <a:lnB>
                      <a:noFill/>
                    </a:lnB>
                  </a:tcPr>
                </a:tc>
                <a:tc>
                  <a:txBody>
                    <a:bodyPr/>
                    <a:lstStyle/>
                    <a:p>
                      <a:r>
                        <a:rPr lang="en-US"/>
                        <a:t>Lossy</a:t>
                      </a:r>
                    </a:p>
                  </a:txBody>
                  <a:tcPr anchor="ctr">
                    <a:lnL>
                      <a:noFill/>
                    </a:lnL>
                    <a:lnR>
                      <a:noFill/>
                    </a:lnR>
                    <a:lnT>
                      <a:noFill/>
                    </a:lnT>
                    <a:lnB>
                      <a:noFill/>
                    </a:lnB>
                  </a:tcPr>
                </a:tc>
                <a:tc>
                  <a:txBody>
                    <a:bodyPr/>
                    <a:lstStyle/>
                    <a:p>
                      <a:r>
                        <a:rPr lang="en-US"/>
                        <a:t>No</a:t>
                      </a:r>
                    </a:p>
                  </a:txBody>
                  <a:tcPr anchor="ctr">
                    <a:lnL>
                      <a:noFill/>
                    </a:lnL>
                    <a:lnR>
                      <a:noFill/>
                    </a:lnR>
                    <a:lnT>
                      <a:noFill/>
                    </a:lnT>
                    <a:lnB>
                      <a:noFill/>
                    </a:lnB>
                  </a:tcPr>
                </a:tc>
                <a:tc>
                  <a:txBody>
                    <a:bodyPr/>
                    <a:lstStyle/>
                    <a:p>
                      <a:r>
                        <a:rPr lang="en-US"/>
                        <a:t>No</a:t>
                      </a:r>
                    </a:p>
                  </a:txBody>
                  <a:tcPr anchor="ctr">
                    <a:lnL>
                      <a:noFill/>
                    </a:lnL>
                    <a:lnR>
                      <a:noFill/>
                    </a:lnR>
                    <a:lnT>
                      <a:noFill/>
                    </a:lnT>
                    <a:lnB>
                      <a:noFill/>
                    </a:lnB>
                  </a:tcPr>
                </a:tc>
                <a:tc>
                  <a:txBody>
                    <a:bodyPr/>
                    <a:lstStyle/>
                    <a:p>
                      <a:r>
                        <a:rPr lang="en-US"/>
                        <a:t>Photography</a:t>
                      </a:r>
                    </a:p>
                  </a:txBody>
                  <a:tcPr anchor="ctr">
                    <a:lnL>
                      <a:noFill/>
                    </a:lnL>
                    <a:lnR>
                      <a:noFill/>
                    </a:lnR>
                    <a:lnT>
                      <a:noFill/>
                    </a:lnT>
                    <a:lnB>
                      <a:noFill/>
                    </a:lnB>
                  </a:tcPr>
                </a:tc>
                <a:extLst>
                  <a:ext uri="{0D108BD9-81ED-4DB2-BD59-A6C34878D82A}">
                    <a16:rowId xmlns:a16="http://schemas.microsoft.com/office/drawing/2014/main" val="1718807925"/>
                  </a:ext>
                </a:extLst>
              </a:tr>
              <a:tr h="0">
                <a:tc>
                  <a:txBody>
                    <a:bodyPr/>
                    <a:lstStyle/>
                    <a:p>
                      <a:r>
                        <a:rPr lang="en-US"/>
                        <a:t>PNG</a:t>
                      </a:r>
                    </a:p>
                  </a:txBody>
                  <a:tcPr anchor="ctr">
                    <a:lnL>
                      <a:noFill/>
                    </a:lnL>
                    <a:lnR>
                      <a:noFill/>
                    </a:lnR>
                    <a:lnT>
                      <a:noFill/>
                    </a:lnT>
                    <a:lnB>
                      <a:noFill/>
                    </a:lnB>
                  </a:tcPr>
                </a:tc>
                <a:tc>
                  <a:txBody>
                    <a:bodyPr/>
                    <a:lstStyle/>
                    <a:p>
                      <a:r>
                        <a:rPr lang="en-US" dirty="0"/>
                        <a:t>Lossless</a:t>
                      </a:r>
                    </a:p>
                  </a:txBody>
                  <a:tcPr anchor="ctr">
                    <a:lnL>
                      <a:noFill/>
                    </a:lnL>
                    <a:lnR>
                      <a:noFill/>
                    </a:lnR>
                    <a:lnT>
                      <a:noFill/>
                    </a:lnT>
                    <a:lnB>
                      <a:noFill/>
                    </a:lnB>
                  </a:tcPr>
                </a:tc>
                <a:tc>
                  <a:txBody>
                    <a:bodyPr/>
                    <a:lstStyle/>
                    <a:p>
                      <a:r>
                        <a:rPr lang="en-US"/>
                        <a:t>Yes</a:t>
                      </a:r>
                    </a:p>
                  </a:txBody>
                  <a:tcPr anchor="ctr">
                    <a:lnL>
                      <a:noFill/>
                    </a:lnL>
                    <a:lnR>
                      <a:noFill/>
                    </a:lnR>
                    <a:lnT>
                      <a:noFill/>
                    </a:lnT>
                    <a:lnB>
                      <a:noFill/>
                    </a:lnB>
                  </a:tcPr>
                </a:tc>
                <a:tc>
                  <a:txBody>
                    <a:bodyPr/>
                    <a:lstStyle/>
                    <a:p>
                      <a:r>
                        <a:rPr lang="en-US"/>
                        <a:t>No</a:t>
                      </a:r>
                    </a:p>
                  </a:txBody>
                  <a:tcPr anchor="ctr">
                    <a:lnL>
                      <a:noFill/>
                    </a:lnL>
                    <a:lnR>
                      <a:noFill/>
                    </a:lnR>
                    <a:lnT>
                      <a:noFill/>
                    </a:lnT>
                    <a:lnB>
                      <a:noFill/>
                    </a:lnB>
                  </a:tcPr>
                </a:tc>
                <a:tc>
                  <a:txBody>
                    <a:bodyPr/>
                    <a:lstStyle/>
                    <a:p>
                      <a:r>
                        <a:rPr lang="en-US"/>
                        <a:t>Web graphics</a:t>
                      </a:r>
                    </a:p>
                  </a:txBody>
                  <a:tcPr anchor="ctr">
                    <a:lnL>
                      <a:noFill/>
                    </a:lnL>
                    <a:lnR>
                      <a:noFill/>
                    </a:lnR>
                    <a:lnT>
                      <a:noFill/>
                    </a:lnT>
                    <a:lnB>
                      <a:noFill/>
                    </a:lnB>
                  </a:tcPr>
                </a:tc>
                <a:extLst>
                  <a:ext uri="{0D108BD9-81ED-4DB2-BD59-A6C34878D82A}">
                    <a16:rowId xmlns:a16="http://schemas.microsoft.com/office/drawing/2014/main" val="3111113274"/>
                  </a:ext>
                </a:extLst>
              </a:tr>
              <a:tr h="0">
                <a:tc>
                  <a:txBody>
                    <a:bodyPr/>
                    <a:lstStyle/>
                    <a:p>
                      <a:r>
                        <a:rPr lang="en-US"/>
                        <a:t>GIF</a:t>
                      </a:r>
                    </a:p>
                  </a:txBody>
                  <a:tcPr anchor="ctr">
                    <a:lnL>
                      <a:noFill/>
                    </a:lnL>
                    <a:lnR>
                      <a:noFill/>
                    </a:lnR>
                    <a:lnT>
                      <a:noFill/>
                    </a:lnT>
                    <a:lnB>
                      <a:noFill/>
                    </a:lnB>
                  </a:tcPr>
                </a:tc>
                <a:tc>
                  <a:txBody>
                    <a:bodyPr/>
                    <a:lstStyle/>
                    <a:p>
                      <a:r>
                        <a:rPr lang="en-US"/>
                        <a:t>Lossless</a:t>
                      </a:r>
                    </a:p>
                  </a:txBody>
                  <a:tcPr anchor="ctr">
                    <a:lnL>
                      <a:noFill/>
                    </a:lnL>
                    <a:lnR>
                      <a:noFill/>
                    </a:lnR>
                    <a:lnT>
                      <a:noFill/>
                    </a:lnT>
                    <a:lnB>
                      <a:noFill/>
                    </a:lnB>
                  </a:tcPr>
                </a:tc>
                <a:tc>
                  <a:txBody>
                    <a:bodyPr/>
                    <a:lstStyle/>
                    <a:p>
                      <a:r>
                        <a:rPr lang="en-US"/>
                        <a:t>Yes</a:t>
                      </a:r>
                    </a:p>
                  </a:txBody>
                  <a:tcPr anchor="ctr">
                    <a:lnL>
                      <a:noFill/>
                    </a:lnL>
                    <a:lnR>
                      <a:noFill/>
                    </a:lnR>
                    <a:lnT>
                      <a:noFill/>
                    </a:lnT>
                    <a:lnB>
                      <a:noFill/>
                    </a:lnB>
                  </a:tcPr>
                </a:tc>
                <a:tc>
                  <a:txBody>
                    <a:bodyPr/>
                    <a:lstStyle/>
                    <a:p>
                      <a:r>
                        <a:rPr lang="en-US"/>
                        <a:t>Yes</a:t>
                      </a:r>
                    </a:p>
                  </a:txBody>
                  <a:tcPr anchor="ctr">
                    <a:lnL>
                      <a:noFill/>
                    </a:lnL>
                    <a:lnR>
                      <a:noFill/>
                    </a:lnR>
                    <a:lnT>
                      <a:noFill/>
                    </a:lnT>
                    <a:lnB>
                      <a:noFill/>
                    </a:lnB>
                  </a:tcPr>
                </a:tc>
                <a:tc>
                  <a:txBody>
                    <a:bodyPr/>
                    <a:lstStyle/>
                    <a:p>
                      <a:r>
                        <a:rPr lang="en-US"/>
                        <a:t>Animation</a:t>
                      </a:r>
                    </a:p>
                  </a:txBody>
                  <a:tcPr anchor="ctr">
                    <a:lnL>
                      <a:noFill/>
                    </a:lnL>
                    <a:lnR>
                      <a:noFill/>
                    </a:lnR>
                    <a:lnT>
                      <a:noFill/>
                    </a:lnT>
                    <a:lnB>
                      <a:noFill/>
                    </a:lnB>
                  </a:tcPr>
                </a:tc>
                <a:extLst>
                  <a:ext uri="{0D108BD9-81ED-4DB2-BD59-A6C34878D82A}">
                    <a16:rowId xmlns:a16="http://schemas.microsoft.com/office/drawing/2014/main" val="3000992913"/>
                  </a:ext>
                </a:extLst>
              </a:tr>
              <a:tr h="0">
                <a:tc>
                  <a:txBody>
                    <a:bodyPr/>
                    <a:lstStyle/>
                    <a:p>
                      <a:r>
                        <a:rPr lang="en-US"/>
                        <a:t>TIFF</a:t>
                      </a:r>
                    </a:p>
                  </a:txBody>
                  <a:tcPr anchor="ctr">
                    <a:lnL>
                      <a:noFill/>
                    </a:lnL>
                    <a:lnR>
                      <a:noFill/>
                    </a:lnR>
                    <a:lnT>
                      <a:noFill/>
                    </a:lnT>
                    <a:lnB>
                      <a:noFill/>
                    </a:lnB>
                  </a:tcPr>
                </a:tc>
                <a:tc>
                  <a:txBody>
                    <a:bodyPr/>
                    <a:lstStyle/>
                    <a:p>
                      <a:r>
                        <a:rPr lang="en-US" dirty="0"/>
                        <a:t>Lossless</a:t>
                      </a:r>
                    </a:p>
                  </a:txBody>
                  <a:tcPr anchor="ctr">
                    <a:lnL>
                      <a:noFill/>
                    </a:lnL>
                    <a:lnR>
                      <a:noFill/>
                    </a:lnR>
                    <a:lnT>
                      <a:noFill/>
                    </a:lnT>
                    <a:lnB>
                      <a:noFill/>
                    </a:lnB>
                  </a:tcPr>
                </a:tc>
                <a:tc>
                  <a:txBody>
                    <a:bodyPr/>
                    <a:lstStyle/>
                    <a:p>
                      <a:r>
                        <a:rPr lang="en-US"/>
                        <a:t>Yes</a:t>
                      </a:r>
                    </a:p>
                  </a:txBody>
                  <a:tcPr anchor="ctr">
                    <a:lnL>
                      <a:noFill/>
                    </a:lnL>
                    <a:lnR>
                      <a:noFill/>
                    </a:lnR>
                    <a:lnT>
                      <a:noFill/>
                    </a:lnT>
                    <a:lnB>
                      <a:noFill/>
                    </a:lnB>
                  </a:tcPr>
                </a:tc>
                <a:tc>
                  <a:txBody>
                    <a:bodyPr/>
                    <a:lstStyle/>
                    <a:p>
                      <a:r>
                        <a:rPr lang="en-US"/>
                        <a:t>No</a:t>
                      </a:r>
                    </a:p>
                  </a:txBody>
                  <a:tcPr anchor="ctr">
                    <a:lnL>
                      <a:noFill/>
                    </a:lnL>
                    <a:lnR>
                      <a:noFill/>
                    </a:lnR>
                    <a:lnT>
                      <a:noFill/>
                    </a:lnT>
                    <a:lnB>
                      <a:noFill/>
                    </a:lnB>
                  </a:tcPr>
                </a:tc>
                <a:tc>
                  <a:txBody>
                    <a:bodyPr/>
                    <a:lstStyle/>
                    <a:p>
                      <a:r>
                        <a:rPr lang="en-US"/>
                        <a:t>Printing</a:t>
                      </a:r>
                    </a:p>
                  </a:txBody>
                  <a:tcPr anchor="ctr">
                    <a:lnL>
                      <a:noFill/>
                    </a:lnL>
                    <a:lnR>
                      <a:noFill/>
                    </a:lnR>
                    <a:lnT>
                      <a:noFill/>
                    </a:lnT>
                    <a:lnB>
                      <a:noFill/>
                    </a:lnB>
                  </a:tcPr>
                </a:tc>
                <a:extLst>
                  <a:ext uri="{0D108BD9-81ED-4DB2-BD59-A6C34878D82A}">
                    <a16:rowId xmlns:a16="http://schemas.microsoft.com/office/drawing/2014/main" val="119767985"/>
                  </a:ext>
                </a:extLst>
              </a:tr>
              <a:tr h="0">
                <a:tc>
                  <a:txBody>
                    <a:bodyPr/>
                    <a:lstStyle/>
                    <a:p>
                      <a:r>
                        <a:rPr lang="en-US"/>
                        <a:t>WebP</a:t>
                      </a:r>
                    </a:p>
                  </a:txBody>
                  <a:tcPr anchor="ctr">
                    <a:lnL>
                      <a:noFill/>
                    </a:lnL>
                    <a:lnR>
                      <a:noFill/>
                    </a:lnR>
                    <a:lnT>
                      <a:noFill/>
                    </a:lnT>
                    <a:lnB>
                      <a:noFill/>
                    </a:lnB>
                  </a:tcPr>
                </a:tc>
                <a:tc>
                  <a:txBody>
                    <a:bodyPr/>
                    <a:lstStyle/>
                    <a:p>
                      <a:r>
                        <a:rPr lang="en-US"/>
                        <a:t>Both</a:t>
                      </a:r>
                    </a:p>
                  </a:txBody>
                  <a:tcPr anchor="ctr">
                    <a:lnL>
                      <a:noFill/>
                    </a:lnL>
                    <a:lnR>
                      <a:noFill/>
                    </a:lnR>
                    <a:lnT>
                      <a:noFill/>
                    </a:lnT>
                    <a:lnB>
                      <a:noFill/>
                    </a:lnB>
                  </a:tcPr>
                </a:tc>
                <a:tc>
                  <a:txBody>
                    <a:bodyPr/>
                    <a:lstStyle/>
                    <a:p>
                      <a:r>
                        <a:rPr lang="en-US"/>
                        <a:t>Yes</a:t>
                      </a:r>
                    </a:p>
                  </a:txBody>
                  <a:tcPr anchor="ctr">
                    <a:lnL>
                      <a:noFill/>
                    </a:lnL>
                    <a:lnR>
                      <a:noFill/>
                    </a:lnR>
                    <a:lnT>
                      <a:noFill/>
                    </a:lnT>
                    <a:lnB>
                      <a:noFill/>
                    </a:lnB>
                  </a:tcPr>
                </a:tc>
                <a:tc>
                  <a:txBody>
                    <a:bodyPr/>
                    <a:lstStyle/>
                    <a:p>
                      <a:r>
                        <a:rPr lang="en-US"/>
                        <a:t>Yes</a:t>
                      </a:r>
                    </a:p>
                  </a:txBody>
                  <a:tcPr anchor="ctr">
                    <a:lnL>
                      <a:noFill/>
                    </a:lnL>
                    <a:lnR>
                      <a:noFill/>
                    </a:lnR>
                    <a:lnT>
                      <a:noFill/>
                    </a:lnT>
                    <a:lnB>
                      <a:noFill/>
                    </a:lnB>
                  </a:tcPr>
                </a:tc>
                <a:tc>
                  <a:txBody>
                    <a:bodyPr/>
                    <a:lstStyle/>
                    <a:p>
                      <a:r>
                        <a:rPr lang="en-US" dirty="0"/>
                        <a:t>Modern web</a:t>
                      </a:r>
                    </a:p>
                  </a:txBody>
                  <a:tcPr anchor="ctr">
                    <a:lnL>
                      <a:noFill/>
                    </a:lnL>
                    <a:lnR>
                      <a:noFill/>
                    </a:lnR>
                    <a:lnT>
                      <a:noFill/>
                    </a:lnT>
                    <a:lnB>
                      <a:noFill/>
                    </a:lnB>
                  </a:tcPr>
                </a:tc>
                <a:extLst>
                  <a:ext uri="{0D108BD9-81ED-4DB2-BD59-A6C34878D82A}">
                    <a16:rowId xmlns:a16="http://schemas.microsoft.com/office/drawing/2014/main" val="3531637778"/>
                  </a:ext>
                </a:extLst>
              </a:tr>
            </a:tbl>
          </a:graphicData>
        </a:graphic>
      </p:graphicFrame>
      <p:sp>
        <p:nvSpPr>
          <p:cNvPr id="5" name="Rectangle 1">
            <a:extLst>
              <a:ext uri="{FF2B5EF4-FFF2-40B4-BE49-F238E27FC236}">
                <a16:creationId xmlns:a16="http://schemas.microsoft.com/office/drawing/2014/main" id="{DCA38912-B391-44E8-84D5-2BA4C26CACCC}"/>
              </a:ext>
            </a:extLst>
          </p:cNvPr>
          <p:cNvSpPr>
            <a:spLocks noChangeArrowheads="1"/>
          </p:cNvSpPr>
          <p:nvPr/>
        </p:nvSpPr>
        <p:spPr bwMode="auto">
          <a:xfrm>
            <a:off x="2819400" y="1720333"/>
            <a:ext cx="277191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Comparison of Image Formats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94938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ED941-BF66-40CA-B661-A3F86A6DB9FC}"/>
              </a:ext>
            </a:extLst>
          </p:cNvPr>
          <p:cNvSpPr>
            <a:spLocks noGrp="1"/>
          </p:cNvSpPr>
          <p:nvPr>
            <p:ph type="title"/>
          </p:nvPr>
        </p:nvSpPr>
        <p:spPr>
          <a:xfrm>
            <a:off x="378625" y="452056"/>
            <a:ext cx="8008924" cy="1231106"/>
          </a:xfrm>
        </p:spPr>
        <p:txBody>
          <a:bodyPr/>
          <a:lstStyle/>
          <a:p>
            <a:r>
              <a:rPr lang="en-US" sz="2000" b="1" dirty="0"/>
              <a:t>Compression</a:t>
            </a:r>
            <a:br>
              <a:rPr lang="en-US" sz="2000" b="1" dirty="0"/>
            </a:br>
            <a:r>
              <a:rPr lang="en-US" sz="2000" dirty="0"/>
              <a:t>reduces the amount of storage required by removing redundant or unnecessary information.</a:t>
            </a:r>
            <a:br>
              <a:rPr lang="en-US" sz="2000" dirty="0"/>
            </a:br>
            <a:endParaRPr lang="en-US" sz="2000" dirty="0"/>
          </a:p>
        </p:txBody>
      </p:sp>
      <p:sp>
        <p:nvSpPr>
          <p:cNvPr id="3" name="Text Placeholder 2">
            <a:extLst>
              <a:ext uri="{FF2B5EF4-FFF2-40B4-BE49-F238E27FC236}">
                <a16:creationId xmlns:a16="http://schemas.microsoft.com/office/drawing/2014/main" id="{5583F62E-1784-4F77-90DD-6F10D89DFE57}"/>
              </a:ext>
            </a:extLst>
          </p:cNvPr>
          <p:cNvSpPr>
            <a:spLocks noGrp="1"/>
          </p:cNvSpPr>
          <p:nvPr>
            <p:ph idx="1"/>
          </p:nvPr>
        </p:nvSpPr>
        <p:spPr>
          <a:xfrm>
            <a:off x="369519" y="1668650"/>
            <a:ext cx="8404961" cy="5539978"/>
          </a:xfrm>
        </p:spPr>
        <p:txBody>
          <a:bodyPr>
            <a:normAutofit lnSpcReduction="10000"/>
          </a:bodyPr>
          <a:lstStyle/>
          <a:p>
            <a:r>
              <a:rPr lang="en-US" sz="2000" b="1" dirty="0"/>
              <a:t>Types of Compression</a:t>
            </a:r>
          </a:p>
          <a:p>
            <a:r>
              <a:rPr lang="en-US" sz="2000" b="1" dirty="0"/>
              <a:t>A. Lossless Compression</a:t>
            </a:r>
          </a:p>
          <a:p>
            <a:pPr>
              <a:buFont typeface="Arial" panose="020B0604020202020204" pitchFamily="34" charset="0"/>
              <a:buChar char="•"/>
            </a:pPr>
            <a:r>
              <a:rPr lang="en-US" sz="2000" dirty="0"/>
              <a:t>No image information is lost.</a:t>
            </a:r>
          </a:p>
          <a:p>
            <a:pPr>
              <a:buFont typeface="Arial" panose="020B0604020202020204" pitchFamily="34" charset="0"/>
              <a:buChar char="•"/>
            </a:pPr>
            <a:r>
              <a:rPr lang="en-US" sz="2000" dirty="0"/>
              <a:t>Original image can be completely restored.</a:t>
            </a:r>
          </a:p>
          <a:p>
            <a:pPr>
              <a:buFont typeface="Arial" panose="020B0604020202020204" pitchFamily="34" charset="0"/>
              <a:buChar char="•"/>
            </a:pPr>
            <a:r>
              <a:rPr lang="en-US" sz="2000" dirty="0"/>
              <a:t>Larger file size than lossy compression.</a:t>
            </a:r>
          </a:p>
          <a:p>
            <a:r>
              <a:rPr lang="en-US" sz="2000" b="1" dirty="0"/>
              <a:t>Examples:</a:t>
            </a:r>
            <a:endParaRPr lang="en-US" sz="2000" dirty="0"/>
          </a:p>
          <a:p>
            <a:pPr>
              <a:buFont typeface="Arial" panose="020B0604020202020204" pitchFamily="34" charset="0"/>
              <a:buChar char="•"/>
            </a:pPr>
            <a:r>
              <a:rPr lang="en-US" sz="2000" dirty="0"/>
              <a:t>PNG</a:t>
            </a:r>
          </a:p>
          <a:p>
            <a:pPr>
              <a:buFont typeface="Arial" panose="020B0604020202020204" pitchFamily="34" charset="0"/>
              <a:buChar char="•"/>
            </a:pPr>
            <a:r>
              <a:rPr lang="en-US" sz="2000" dirty="0"/>
              <a:t>TIFF (lossless)</a:t>
            </a:r>
          </a:p>
          <a:p>
            <a:pPr>
              <a:buFont typeface="Arial" panose="020B0604020202020204" pitchFamily="34" charset="0"/>
              <a:buChar char="•"/>
            </a:pPr>
            <a:r>
              <a:rPr lang="en-US" sz="2000" dirty="0"/>
              <a:t>BMP (uncompressed)</a:t>
            </a:r>
          </a:p>
          <a:p>
            <a:r>
              <a:rPr lang="en-US" sz="2000" b="1" dirty="0"/>
              <a:t>B. Lossy Compression</a:t>
            </a:r>
          </a:p>
          <a:p>
            <a:pPr>
              <a:buFont typeface="Arial" panose="020B0604020202020204" pitchFamily="34" charset="0"/>
              <a:buChar char="•"/>
            </a:pPr>
            <a:r>
              <a:rPr lang="en-US" sz="2000" dirty="0"/>
              <a:t>Some image information is permanently discarded.</a:t>
            </a:r>
          </a:p>
          <a:p>
            <a:pPr>
              <a:buFont typeface="Arial" panose="020B0604020202020204" pitchFamily="34" charset="0"/>
              <a:buChar char="•"/>
            </a:pPr>
            <a:r>
              <a:rPr lang="en-US" sz="2000" dirty="0"/>
              <a:t>Produces much smaller file sizes.</a:t>
            </a:r>
          </a:p>
          <a:p>
            <a:pPr>
              <a:buFont typeface="Arial" panose="020B0604020202020204" pitchFamily="34" charset="0"/>
              <a:buChar char="•"/>
            </a:pPr>
            <a:r>
              <a:rPr lang="en-US" sz="2000" dirty="0"/>
              <a:t>Image quality may decrease after repeated editing and saving.</a:t>
            </a:r>
          </a:p>
          <a:p>
            <a:r>
              <a:rPr lang="en-US" sz="2000" b="1" dirty="0"/>
              <a:t>Examples:</a:t>
            </a:r>
            <a:endParaRPr lang="en-US" sz="2000" dirty="0"/>
          </a:p>
          <a:p>
            <a:pPr>
              <a:buFont typeface="Arial" panose="020B0604020202020204" pitchFamily="34" charset="0"/>
              <a:buChar char="•"/>
            </a:pPr>
            <a:r>
              <a:rPr lang="en-US" sz="2000" dirty="0"/>
              <a:t>JPEG (JPG)</a:t>
            </a:r>
          </a:p>
          <a:p>
            <a:pPr>
              <a:buFont typeface="Arial" panose="020B0604020202020204" pitchFamily="34" charset="0"/>
              <a:buChar char="•"/>
            </a:pPr>
            <a:r>
              <a:rPr lang="en-US" sz="2000" dirty="0" err="1"/>
              <a:t>WebP</a:t>
            </a:r>
            <a:r>
              <a:rPr lang="en-US" sz="2000" dirty="0"/>
              <a:t> (lossy mode)</a:t>
            </a:r>
          </a:p>
          <a:p>
            <a:endParaRPr lang="en-US" sz="2000" dirty="0"/>
          </a:p>
          <a:p>
            <a:endParaRPr lang="en-US" sz="2000" dirty="0"/>
          </a:p>
        </p:txBody>
      </p:sp>
    </p:spTree>
    <p:extLst>
      <p:ext uri="{BB962C8B-B14F-4D97-AF65-F5344CB8AC3E}">
        <p14:creationId xmlns:p14="http://schemas.microsoft.com/office/powerpoint/2010/main" val="3387167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28DE6-17DF-4626-9272-B57F8FC2FD43}"/>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8DABF9D9-C62C-401C-ACA8-5BCA659C4AF1}"/>
              </a:ext>
            </a:extLst>
          </p:cNvPr>
          <p:cNvSpPr>
            <a:spLocks noGrp="1"/>
          </p:cNvSpPr>
          <p:nvPr>
            <p:ph idx="1"/>
          </p:nvPr>
        </p:nvSpPr>
        <p:spPr>
          <a:xfrm>
            <a:off x="369519" y="1668650"/>
            <a:ext cx="8404961" cy="4924425"/>
          </a:xfrm>
        </p:spPr>
        <p:txBody>
          <a:bodyPr>
            <a:normAutofit fontScale="92500" lnSpcReduction="20000"/>
          </a:bodyPr>
          <a:lstStyle/>
          <a:p>
            <a:pPr>
              <a:tabLst>
                <a:tab pos="396875" algn="l"/>
                <a:tab pos="517525" algn="l"/>
              </a:tabLst>
            </a:pPr>
            <a:r>
              <a:rPr lang="en-US" sz="1600" dirty="0"/>
              <a:t>Graphics Formats</a:t>
            </a:r>
          </a:p>
          <a:p>
            <a:pPr>
              <a:tabLst>
                <a:tab pos="396875" algn="l"/>
                <a:tab pos="517525" algn="l"/>
              </a:tabLst>
            </a:pPr>
            <a:r>
              <a:rPr lang="en-US" sz="1600" dirty="0"/>
              <a:t>Graphics are classified into two major categories.</a:t>
            </a:r>
          </a:p>
          <a:p>
            <a:pPr>
              <a:tabLst>
                <a:tab pos="396875" algn="l"/>
                <a:tab pos="517525" algn="l"/>
              </a:tabLst>
            </a:pPr>
            <a:r>
              <a:rPr lang="en-US" sz="1600" dirty="0"/>
              <a:t>________________________________________</a:t>
            </a:r>
          </a:p>
          <a:p>
            <a:pPr>
              <a:tabLst>
                <a:tab pos="396875" algn="l"/>
                <a:tab pos="517525" algn="l"/>
              </a:tabLst>
            </a:pPr>
            <a:r>
              <a:rPr lang="en-US" sz="1600" dirty="0"/>
              <a:t>Raster Graphics</a:t>
            </a:r>
          </a:p>
          <a:p>
            <a:pPr>
              <a:tabLst>
                <a:tab pos="396875" algn="l"/>
                <a:tab pos="517525" algn="l"/>
              </a:tabLst>
            </a:pPr>
            <a:r>
              <a:rPr lang="en-US" sz="1600" dirty="0"/>
              <a:t>Made of pixels.</a:t>
            </a:r>
          </a:p>
          <a:p>
            <a:pPr>
              <a:tabLst>
                <a:tab pos="396875" algn="l"/>
                <a:tab pos="517525" algn="l"/>
              </a:tabLst>
            </a:pPr>
            <a:r>
              <a:rPr lang="en-US" sz="1600" dirty="0"/>
              <a:t>Examples</a:t>
            </a:r>
          </a:p>
          <a:p>
            <a:pPr>
              <a:tabLst>
                <a:tab pos="396875" algn="l"/>
                <a:tab pos="517525" algn="l"/>
              </a:tabLst>
            </a:pPr>
            <a:r>
              <a:rPr lang="en-US" sz="1600" dirty="0"/>
              <a:t>•	JPG </a:t>
            </a:r>
          </a:p>
          <a:p>
            <a:pPr>
              <a:tabLst>
                <a:tab pos="396875" algn="l"/>
                <a:tab pos="517525" algn="l"/>
              </a:tabLst>
            </a:pPr>
            <a:r>
              <a:rPr lang="en-US" sz="1600" dirty="0"/>
              <a:t>•	PNG </a:t>
            </a:r>
          </a:p>
          <a:p>
            <a:pPr>
              <a:tabLst>
                <a:tab pos="396875" algn="l"/>
                <a:tab pos="517525" algn="l"/>
              </a:tabLst>
            </a:pPr>
            <a:r>
              <a:rPr lang="en-US" sz="1600" dirty="0"/>
              <a:t>•	BMP </a:t>
            </a:r>
          </a:p>
          <a:p>
            <a:pPr>
              <a:tabLst>
                <a:tab pos="396875" algn="l"/>
                <a:tab pos="517525" algn="l"/>
              </a:tabLst>
            </a:pPr>
            <a:r>
              <a:rPr lang="en-US" sz="1600" dirty="0"/>
              <a:t>•	GIF </a:t>
            </a:r>
          </a:p>
          <a:p>
            <a:pPr>
              <a:tabLst>
                <a:tab pos="396875" algn="l"/>
                <a:tab pos="517525" algn="l"/>
              </a:tabLst>
            </a:pPr>
            <a:r>
              <a:rPr lang="en-US" sz="1600" dirty="0"/>
              <a:t>Advantages</a:t>
            </a:r>
          </a:p>
          <a:p>
            <a:pPr>
              <a:tabLst>
                <a:tab pos="396875" algn="l"/>
                <a:tab pos="517525" algn="l"/>
              </a:tabLst>
            </a:pPr>
            <a:r>
              <a:rPr lang="en-US" sz="1600" dirty="0"/>
              <a:t>•	Realistic images </a:t>
            </a:r>
          </a:p>
          <a:p>
            <a:pPr>
              <a:tabLst>
                <a:tab pos="396875" algn="l"/>
                <a:tab pos="517525" algn="l"/>
              </a:tabLst>
            </a:pPr>
            <a:r>
              <a:rPr lang="en-US" sz="1600" dirty="0"/>
              <a:t>•	Rich colors </a:t>
            </a:r>
          </a:p>
          <a:p>
            <a:pPr>
              <a:tabLst>
                <a:tab pos="396875" algn="l"/>
                <a:tab pos="517525" algn="l"/>
              </a:tabLst>
            </a:pPr>
            <a:r>
              <a:rPr lang="en-US" sz="1600" dirty="0"/>
              <a:t>Disadvantages</a:t>
            </a:r>
          </a:p>
          <a:p>
            <a:pPr>
              <a:tabLst>
                <a:tab pos="396875" algn="l"/>
                <a:tab pos="517525" algn="l"/>
              </a:tabLst>
            </a:pPr>
            <a:r>
              <a:rPr lang="en-US" sz="1600" dirty="0"/>
              <a:t>•	Lose quality when enlarged </a:t>
            </a:r>
          </a:p>
          <a:p>
            <a:pPr>
              <a:tabLst>
                <a:tab pos="396875" algn="l"/>
                <a:tab pos="517525" algn="l"/>
              </a:tabLst>
            </a:pPr>
            <a:r>
              <a:rPr lang="en-US" sz="1600" dirty="0"/>
              <a:t>Applications</a:t>
            </a:r>
          </a:p>
          <a:p>
            <a:pPr>
              <a:tabLst>
                <a:tab pos="396875" algn="l"/>
                <a:tab pos="517525" algn="l"/>
              </a:tabLst>
            </a:pPr>
            <a:r>
              <a:rPr lang="en-US" sz="1600" dirty="0"/>
              <a:t>•	Photography </a:t>
            </a:r>
          </a:p>
          <a:p>
            <a:pPr>
              <a:tabLst>
                <a:tab pos="396875" algn="l"/>
                <a:tab pos="517525" algn="l"/>
              </a:tabLst>
            </a:pPr>
            <a:r>
              <a:rPr lang="en-US" sz="1600" dirty="0"/>
              <a:t>•	Medical images</a:t>
            </a:r>
          </a:p>
          <a:p>
            <a:pPr>
              <a:tabLst>
                <a:tab pos="396875" algn="l"/>
                <a:tab pos="517525" algn="l"/>
              </a:tabLst>
            </a:pPr>
            <a:endParaRPr lang="en-US" sz="1600" dirty="0"/>
          </a:p>
          <a:p>
            <a:pPr>
              <a:tabLst>
                <a:tab pos="396875" algn="l"/>
                <a:tab pos="517525" algn="l"/>
              </a:tabLst>
            </a:pPr>
            <a:endParaRPr lang="en-US" sz="1600" dirty="0"/>
          </a:p>
        </p:txBody>
      </p:sp>
    </p:spTree>
    <p:extLst>
      <p:ext uri="{BB962C8B-B14F-4D97-AF65-F5344CB8AC3E}">
        <p14:creationId xmlns:p14="http://schemas.microsoft.com/office/powerpoint/2010/main" val="3686129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243B0-5DD5-44E5-8AC3-F3438D7904CA}"/>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917EC3BD-3427-4949-BFAE-A7879E654FEE}"/>
              </a:ext>
            </a:extLst>
          </p:cNvPr>
          <p:cNvSpPr>
            <a:spLocks noGrp="1"/>
          </p:cNvSpPr>
          <p:nvPr>
            <p:ph idx="1"/>
          </p:nvPr>
        </p:nvSpPr>
        <p:spPr>
          <a:xfrm>
            <a:off x="369519" y="1668650"/>
            <a:ext cx="8404961" cy="4801314"/>
          </a:xfrm>
        </p:spPr>
        <p:txBody>
          <a:bodyPr/>
          <a:lstStyle/>
          <a:p>
            <a:pPr marL="0" marR="0">
              <a:spcBef>
                <a:spcPts val="0"/>
              </a:spcBef>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Vector Graphics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Made of mathematical equations.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Examples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SVG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AI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EPS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PDF (vector content)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Infinite scalability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Small file size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High precision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Applications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Logos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Engineering drawings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Maps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endParaRPr lang="en-US" dirty="0"/>
          </a:p>
        </p:txBody>
      </p:sp>
    </p:spTree>
    <p:extLst>
      <p:ext uri="{BB962C8B-B14F-4D97-AF65-F5344CB8AC3E}">
        <p14:creationId xmlns:p14="http://schemas.microsoft.com/office/powerpoint/2010/main" val="4652134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382D5-8C98-447E-A46A-F1D4DD9A0C9F}"/>
              </a:ext>
            </a:extLst>
          </p:cNvPr>
          <p:cNvSpPr>
            <a:spLocks noGrp="1"/>
          </p:cNvSpPr>
          <p:nvPr>
            <p:ph type="title"/>
          </p:nvPr>
        </p:nvSpPr>
        <p:spPr/>
        <p:txBody>
          <a:bodyPr/>
          <a:lstStyle/>
          <a:p>
            <a:endParaRPr lang="en-US"/>
          </a:p>
        </p:txBody>
      </p:sp>
      <p:sp>
        <p:nvSpPr>
          <p:cNvPr id="5" name="Rectangle 1">
            <a:extLst>
              <a:ext uri="{FF2B5EF4-FFF2-40B4-BE49-F238E27FC236}">
                <a16:creationId xmlns:a16="http://schemas.microsoft.com/office/drawing/2014/main" id="{A8BEBE7B-534B-4662-916E-9D8236931180}"/>
              </a:ext>
            </a:extLst>
          </p:cNvPr>
          <p:cNvSpPr>
            <a:spLocks noGrp="1" noChangeArrowheads="1"/>
          </p:cNvSpPr>
          <p:nvPr>
            <p:ph idx="1"/>
          </p:nvPr>
        </p:nvSpPr>
        <p:spPr bwMode="auto">
          <a:xfrm>
            <a:off x="2133600" y="2286000"/>
            <a:ext cx="180369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Raster vs Vector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25EFD440-0479-4E29-9E52-001B3D364A83}"/>
              </a:ext>
            </a:extLst>
          </p:cNvPr>
          <p:cNvGraphicFramePr>
            <a:graphicFrameLocks noGrp="1"/>
          </p:cNvGraphicFramePr>
          <p:nvPr>
            <p:extLst>
              <p:ext uri="{D42A27DB-BD31-4B8C-83A1-F6EECF244321}">
                <p14:modId xmlns:p14="http://schemas.microsoft.com/office/powerpoint/2010/main" val="1067769194"/>
              </p:ext>
            </p:extLst>
          </p:nvPr>
        </p:nvGraphicFramePr>
        <p:xfrm>
          <a:off x="457200" y="2870775"/>
          <a:ext cx="8404224" cy="1828800"/>
        </p:xfrm>
        <a:graphic>
          <a:graphicData uri="http://schemas.openxmlformats.org/drawingml/2006/table">
            <a:tbl>
              <a:tblPr/>
              <a:tblGrid>
                <a:gridCol w="4202112">
                  <a:extLst>
                    <a:ext uri="{9D8B030D-6E8A-4147-A177-3AD203B41FA5}">
                      <a16:colId xmlns:a16="http://schemas.microsoft.com/office/drawing/2014/main" val="2919395075"/>
                    </a:ext>
                  </a:extLst>
                </a:gridCol>
                <a:gridCol w="4202112">
                  <a:extLst>
                    <a:ext uri="{9D8B030D-6E8A-4147-A177-3AD203B41FA5}">
                      <a16:colId xmlns:a16="http://schemas.microsoft.com/office/drawing/2014/main" val="3685907064"/>
                    </a:ext>
                  </a:extLst>
                </a:gridCol>
              </a:tblGrid>
              <a:tr h="365760">
                <a:tc>
                  <a:txBody>
                    <a:bodyPr/>
                    <a:lstStyle/>
                    <a:p>
                      <a:r>
                        <a:rPr lang="en-US" sz="1800"/>
                        <a:t>Raster</a:t>
                      </a:r>
                    </a:p>
                  </a:txBody>
                  <a:tcPr anchor="ctr">
                    <a:lnL>
                      <a:noFill/>
                    </a:lnL>
                    <a:lnR>
                      <a:noFill/>
                    </a:lnR>
                    <a:lnT>
                      <a:noFill/>
                    </a:lnT>
                    <a:lnB>
                      <a:noFill/>
                    </a:lnB>
                  </a:tcPr>
                </a:tc>
                <a:tc>
                  <a:txBody>
                    <a:bodyPr/>
                    <a:lstStyle/>
                    <a:p>
                      <a:r>
                        <a:rPr lang="en-US" sz="1800"/>
                        <a:t>Vector</a:t>
                      </a:r>
                    </a:p>
                  </a:txBody>
                  <a:tcPr anchor="ctr">
                    <a:lnL>
                      <a:noFill/>
                    </a:lnL>
                    <a:lnR>
                      <a:noFill/>
                    </a:lnR>
                    <a:lnT>
                      <a:noFill/>
                    </a:lnT>
                    <a:lnB>
                      <a:noFill/>
                    </a:lnB>
                  </a:tcPr>
                </a:tc>
                <a:extLst>
                  <a:ext uri="{0D108BD9-81ED-4DB2-BD59-A6C34878D82A}">
                    <a16:rowId xmlns:a16="http://schemas.microsoft.com/office/drawing/2014/main" val="516578897"/>
                  </a:ext>
                </a:extLst>
              </a:tr>
              <a:tr h="365760">
                <a:tc>
                  <a:txBody>
                    <a:bodyPr/>
                    <a:lstStyle/>
                    <a:p>
                      <a:r>
                        <a:rPr lang="en-US" sz="1800"/>
                        <a:t>Pixels</a:t>
                      </a:r>
                    </a:p>
                  </a:txBody>
                  <a:tcPr anchor="ctr">
                    <a:lnL>
                      <a:noFill/>
                    </a:lnL>
                    <a:lnR>
                      <a:noFill/>
                    </a:lnR>
                    <a:lnT>
                      <a:noFill/>
                    </a:lnT>
                    <a:lnB>
                      <a:noFill/>
                    </a:lnB>
                  </a:tcPr>
                </a:tc>
                <a:tc>
                  <a:txBody>
                    <a:bodyPr/>
                    <a:lstStyle/>
                    <a:p>
                      <a:r>
                        <a:rPr lang="en-US" sz="1800"/>
                        <a:t>Mathematical shapes</a:t>
                      </a:r>
                    </a:p>
                  </a:txBody>
                  <a:tcPr anchor="ctr">
                    <a:lnL>
                      <a:noFill/>
                    </a:lnL>
                    <a:lnR>
                      <a:noFill/>
                    </a:lnR>
                    <a:lnT>
                      <a:noFill/>
                    </a:lnT>
                    <a:lnB>
                      <a:noFill/>
                    </a:lnB>
                  </a:tcPr>
                </a:tc>
                <a:extLst>
                  <a:ext uri="{0D108BD9-81ED-4DB2-BD59-A6C34878D82A}">
                    <a16:rowId xmlns:a16="http://schemas.microsoft.com/office/drawing/2014/main" val="480618768"/>
                  </a:ext>
                </a:extLst>
              </a:tr>
              <a:tr h="365760">
                <a:tc>
                  <a:txBody>
                    <a:bodyPr/>
                    <a:lstStyle/>
                    <a:p>
                      <a:r>
                        <a:rPr lang="en-US" sz="1800" dirty="0"/>
                        <a:t>Large files</a:t>
                      </a:r>
                    </a:p>
                  </a:txBody>
                  <a:tcPr anchor="ctr">
                    <a:lnL>
                      <a:noFill/>
                    </a:lnL>
                    <a:lnR>
                      <a:noFill/>
                    </a:lnR>
                    <a:lnT>
                      <a:noFill/>
                    </a:lnT>
                    <a:lnB>
                      <a:noFill/>
                    </a:lnB>
                  </a:tcPr>
                </a:tc>
                <a:tc>
                  <a:txBody>
                    <a:bodyPr/>
                    <a:lstStyle/>
                    <a:p>
                      <a:r>
                        <a:rPr lang="en-US" sz="1800"/>
                        <a:t>Smaller files</a:t>
                      </a:r>
                    </a:p>
                  </a:txBody>
                  <a:tcPr anchor="ctr">
                    <a:lnL>
                      <a:noFill/>
                    </a:lnL>
                    <a:lnR>
                      <a:noFill/>
                    </a:lnR>
                    <a:lnT>
                      <a:noFill/>
                    </a:lnT>
                    <a:lnB>
                      <a:noFill/>
                    </a:lnB>
                  </a:tcPr>
                </a:tc>
                <a:extLst>
                  <a:ext uri="{0D108BD9-81ED-4DB2-BD59-A6C34878D82A}">
                    <a16:rowId xmlns:a16="http://schemas.microsoft.com/office/drawing/2014/main" val="2543710911"/>
                  </a:ext>
                </a:extLst>
              </a:tr>
              <a:tr h="365760">
                <a:tc>
                  <a:txBody>
                    <a:bodyPr/>
                    <a:lstStyle/>
                    <a:p>
                      <a:r>
                        <a:rPr lang="en-US" sz="1800"/>
                        <a:t>Resolution dependent</a:t>
                      </a:r>
                    </a:p>
                  </a:txBody>
                  <a:tcPr anchor="ctr">
                    <a:lnL>
                      <a:noFill/>
                    </a:lnL>
                    <a:lnR>
                      <a:noFill/>
                    </a:lnR>
                    <a:lnT>
                      <a:noFill/>
                    </a:lnT>
                    <a:lnB>
                      <a:noFill/>
                    </a:lnB>
                  </a:tcPr>
                </a:tc>
                <a:tc>
                  <a:txBody>
                    <a:bodyPr/>
                    <a:lstStyle/>
                    <a:p>
                      <a:r>
                        <a:rPr lang="en-US" sz="1800"/>
                        <a:t>Resolution independent</a:t>
                      </a:r>
                    </a:p>
                  </a:txBody>
                  <a:tcPr anchor="ctr">
                    <a:lnL>
                      <a:noFill/>
                    </a:lnL>
                    <a:lnR>
                      <a:noFill/>
                    </a:lnR>
                    <a:lnT>
                      <a:noFill/>
                    </a:lnT>
                    <a:lnB>
                      <a:noFill/>
                    </a:lnB>
                  </a:tcPr>
                </a:tc>
                <a:extLst>
                  <a:ext uri="{0D108BD9-81ED-4DB2-BD59-A6C34878D82A}">
                    <a16:rowId xmlns:a16="http://schemas.microsoft.com/office/drawing/2014/main" val="1088107517"/>
                  </a:ext>
                </a:extLst>
              </a:tr>
              <a:tr h="365760">
                <a:tc>
                  <a:txBody>
                    <a:bodyPr/>
                    <a:lstStyle/>
                    <a:p>
                      <a:r>
                        <a:rPr lang="en-US" sz="1800"/>
                        <a:t>Photos</a:t>
                      </a:r>
                    </a:p>
                  </a:txBody>
                  <a:tcPr anchor="ctr">
                    <a:lnL>
                      <a:noFill/>
                    </a:lnL>
                    <a:lnR>
                      <a:noFill/>
                    </a:lnR>
                    <a:lnT>
                      <a:noFill/>
                    </a:lnT>
                    <a:lnB>
                      <a:noFill/>
                    </a:lnB>
                  </a:tcPr>
                </a:tc>
                <a:tc>
                  <a:txBody>
                    <a:bodyPr/>
                    <a:lstStyle/>
                    <a:p>
                      <a:r>
                        <a:rPr lang="en-US" sz="1800" dirty="0"/>
                        <a:t>Logos and diagrams</a:t>
                      </a:r>
                    </a:p>
                  </a:txBody>
                  <a:tcPr anchor="ctr">
                    <a:lnL>
                      <a:noFill/>
                    </a:lnL>
                    <a:lnR>
                      <a:noFill/>
                    </a:lnR>
                    <a:lnT>
                      <a:noFill/>
                    </a:lnT>
                    <a:lnB>
                      <a:noFill/>
                    </a:lnB>
                  </a:tcPr>
                </a:tc>
                <a:extLst>
                  <a:ext uri="{0D108BD9-81ED-4DB2-BD59-A6C34878D82A}">
                    <a16:rowId xmlns:a16="http://schemas.microsoft.com/office/drawing/2014/main" val="3525305232"/>
                  </a:ext>
                </a:extLst>
              </a:tr>
            </a:tbl>
          </a:graphicData>
        </a:graphic>
      </p:graphicFrame>
    </p:spTree>
    <p:extLst>
      <p:ext uri="{BB962C8B-B14F-4D97-AF65-F5344CB8AC3E}">
        <p14:creationId xmlns:p14="http://schemas.microsoft.com/office/powerpoint/2010/main" val="2831644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9D977F2-B40F-4402-9B26-8E345698DC19}"/>
              </a:ext>
            </a:extLst>
          </p:cNvPr>
          <p:cNvSpPr>
            <a:spLocks noGrp="1"/>
          </p:cNvSpPr>
          <p:nvPr>
            <p:ph idx="1"/>
          </p:nvPr>
        </p:nvSpPr>
        <p:spPr/>
        <p:txBody>
          <a:bodyPr/>
          <a:lstStyle/>
          <a:p>
            <a:endParaRPr lang="en-US" dirty="0"/>
          </a:p>
        </p:txBody>
      </p:sp>
      <p:graphicFrame>
        <p:nvGraphicFramePr>
          <p:cNvPr id="71" name="Table 70">
            <a:extLst>
              <a:ext uri="{FF2B5EF4-FFF2-40B4-BE49-F238E27FC236}">
                <a16:creationId xmlns:a16="http://schemas.microsoft.com/office/drawing/2014/main" id="{9A1B9D2E-29AA-4738-B595-8D4174779C27}"/>
              </a:ext>
            </a:extLst>
          </p:cNvPr>
          <p:cNvGraphicFramePr>
            <a:graphicFrameLocks noGrp="1"/>
          </p:cNvGraphicFramePr>
          <p:nvPr>
            <p:extLst>
              <p:ext uri="{D42A27DB-BD31-4B8C-83A1-F6EECF244321}">
                <p14:modId xmlns:p14="http://schemas.microsoft.com/office/powerpoint/2010/main" val="1846864863"/>
              </p:ext>
            </p:extLst>
          </p:nvPr>
        </p:nvGraphicFramePr>
        <p:xfrm>
          <a:off x="1676400" y="3124200"/>
          <a:ext cx="8404224" cy="1463040"/>
        </p:xfrm>
        <a:graphic>
          <a:graphicData uri="http://schemas.openxmlformats.org/drawingml/2006/table">
            <a:tbl>
              <a:tblPr/>
              <a:tblGrid>
                <a:gridCol w="4202112">
                  <a:extLst>
                    <a:ext uri="{9D8B030D-6E8A-4147-A177-3AD203B41FA5}">
                      <a16:colId xmlns:a16="http://schemas.microsoft.com/office/drawing/2014/main" val="3593198390"/>
                    </a:ext>
                  </a:extLst>
                </a:gridCol>
                <a:gridCol w="4202112">
                  <a:extLst>
                    <a:ext uri="{9D8B030D-6E8A-4147-A177-3AD203B41FA5}">
                      <a16:colId xmlns:a16="http://schemas.microsoft.com/office/drawing/2014/main" val="1688848928"/>
                    </a:ext>
                  </a:extLst>
                </a:gridCol>
              </a:tblGrid>
              <a:tr h="365760">
                <a:tc>
                  <a:txBody>
                    <a:bodyPr/>
                    <a:lstStyle/>
                    <a:p>
                      <a:r>
                        <a:rPr lang="en-US" sz="1800"/>
                        <a:t>Image</a:t>
                      </a:r>
                    </a:p>
                  </a:txBody>
                  <a:tcPr anchor="ctr">
                    <a:lnL>
                      <a:noFill/>
                    </a:lnL>
                    <a:lnR>
                      <a:noFill/>
                    </a:lnR>
                    <a:lnT>
                      <a:noFill/>
                    </a:lnT>
                    <a:lnB>
                      <a:noFill/>
                    </a:lnB>
                  </a:tcPr>
                </a:tc>
                <a:tc>
                  <a:txBody>
                    <a:bodyPr/>
                    <a:lstStyle/>
                    <a:p>
                      <a:r>
                        <a:rPr lang="en-US" sz="1800"/>
                        <a:t>Approximate Size</a:t>
                      </a:r>
                    </a:p>
                  </a:txBody>
                  <a:tcPr anchor="ctr">
                    <a:lnL>
                      <a:noFill/>
                    </a:lnL>
                    <a:lnR>
                      <a:noFill/>
                    </a:lnR>
                    <a:lnT>
                      <a:noFill/>
                    </a:lnT>
                    <a:lnB>
                      <a:noFill/>
                    </a:lnB>
                  </a:tcPr>
                </a:tc>
                <a:extLst>
                  <a:ext uri="{0D108BD9-81ED-4DB2-BD59-A6C34878D82A}">
                    <a16:rowId xmlns:a16="http://schemas.microsoft.com/office/drawing/2014/main" val="1389801078"/>
                  </a:ext>
                </a:extLst>
              </a:tr>
              <a:tr h="365760">
                <a:tc>
                  <a:txBody>
                    <a:bodyPr/>
                    <a:lstStyle/>
                    <a:p>
                      <a:r>
                        <a:rPr lang="en-US" sz="1800"/>
                        <a:t>JPG</a:t>
                      </a:r>
                    </a:p>
                  </a:txBody>
                  <a:tcPr anchor="ctr">
                    <a:lnL>
                      <a:noFill/>
                    </a:lnL>
                    <a:lnR>
                      <a:noFill/>
                    </a:lnR>
                    <a:lnT>
                      <a:noFill/>
                    </a:lnT>
                    <a:lnB>
                      <a:noFill/>
                    </a:lnB>
                  </a:tcPr>
                </a:tc>
                <a:tc>
                  <a:txBody>
                    <a:bodyPr/>
                    <a:lstStyle/>
                    <a:p>
                      <a:r>
                        <a:rPr lang="en-US" sz="1800"/>
                        <a:t>2 MB</a:t>
                      </a:r>
                    </a:p>
                  </a:txBody>
                  <a:tcPr anchor="ctr">
                    <a:lnL>
                      <a:noFill/>
                    </a:lnL>
                    <a:lnR>
                      <a:noFill/>
                    </a:lnR>
                    <a:lnT>
                      <a:noFill/>
                    </a:lnT>
                    <a:lnB>
                      <a:noFill/>
                    </a:lnB>
                  </a:tcPr>
                </a:tc>
                <a:extLst>
                  <a:ext uri="{0D108BD9-81ED-4DB2-BD59-A6C34878D82A}">
                    <a16:rowId xmlns:a16="http://schemas.microsoft.com/office/drawing/2014/main" val="513524616"/>
                  </a:ext>
                </a:extLst>
              </a:tr>
              <a:tr h="365760">
                <a:tc>
                  <a:txBody>
                    <a:bodyPr/>
                    <a:lstStyle/>
                    <a:p>
                      <a:r>
                        <a:rPr lang="en-US" sz="1800"/>
                        <a:t>PNG</a:t>
                      </a:r>
                    </a:p>
                  </a:txBody>
                  <a:tcPr anchor="ctr">
                    <a:lnL>
                      <a:noFill/>
                    </a:lnL>
                    <a:lnR>
                      <a:noFill/>
                    </a:lnR>
                    <a:lnT>
                      <a:noFill/>
                    </a:lnT>
                    <a:lnB>
                      <a:noFill/>
                    </a:lnB>
                  </a:tcPr>
                </a:tc>
                <a:tc>
                  <a:txBody>
                    <a:bodyPr/>
                    <a:lstStyle/>
                    <a:p>
                      <a:r>
                        <a:rPr lang="en-US" sz="1800"/>
                        <a:t>5 MB</a:t>
                      </a:r>
                    </a:p>
                  </a:txBody>
                  <a:tcPr anchor="ctr">
                    <a:lnL>
                      <a:noFill/>
                    </a:lnL>
                    <a:lnR>
                      <a:noFill/>
                    </a:lnR>
                    <a:lnT>
                      <a:noFill/>
                    </a:lnT>
                    <a:lnB>
                      <a:noFill/>
                    </a:lnB>
                  </a:tcPr>
                </a:tc>
                <a:extLst>
                  <a:ext uri="{0D108BD9-81ED-4DB2-BD59-A6C34878D82A}">
                    <a16:rowId xmlns:a16="http://schemas.microsoft.com/office/drawing/2014/main" val="3415009323"/>
                  </a:ext>
                </a:extLst>
              </a:tr>
              <a:tr h="365760">
                <a:tc>
                  <a:txBody>
                    <a:bodyPr/>
                    <a:lstStyle/>
                    <a:p>
                      <a:r>
                        <a:rPr lang="en-US" sz="1800"/>
                        <a:t>BMP</a:t>
                      </a:r>
                    </a:p>
                  </a:txBody>
                  <a:tcPr anchor="ctr">
                    <a:lnL>
                      <a:noFill/>
                    </a:lnL>
                    <a:lnR>
                      <a:noFill/>
                    </a:lnR>
                    <a:lnT>
                      <a:noFill/>
                    </a:lnT>
                    <a:lnB>
                      <a:noFill/>
                    </a:lnB>
                  </a:tcPr>
                </a:tc>
                <a:tc>
                  <a:txBody>
                    <a:bodyPr/>
                    <a:lstStyle/>
                    <a:p>
                      <a:r>
                        <a:rPr lang="en-US" sz="1800" dirty="0"/>
                        <a:t>15 MB</a:t>
                      </a:r>
                    </a:p>
                  </a:txBody>
                  <a:tcPr anchor="ctr">
                    <a:lnL>
                      <a:noFill/>
                    </a:lnL>
                    <a:lnR>
                      <a:noFill/>
                    </a:lnR>
                    <a:lnT>
                      <a:noFill/>
                    </a:lnT>
                    <a:lnB>
                      <a:noFill/>
                    </a:lnB>
                  </a:tcPr>
                </a:tc>
                <a:extLst>
                  <a:ext uri="{0D108BD9-81ED-4DB2-BD59-A6C34878D82A}">
                    <a16:rowId xmlns:a16="http://schemas.microsoft.com/office/drawing/2014/main" val="1381803265"/>
                  </a:ext>
                </a:extLst>
              </a:tr>
            </a:tbl>
          </a:graphicData>
        </a:graphic>
      </p:graphicFrame>
      <p:sp>
        <p:nvSpPr>
          <p:cNvPr id="72" name="Rectangle 62">
            <a:extLst>
              <a:ext uri="{FF2B5EF4-FFF2-40B4-BE49-F238E27FC236}">
                <a16:creationId xmlns:a16="http://schemas.microsoft.com/office/drawing/2014/main" id="{393580CA-EF1C-46AA-9EE8-40BA1B712101}"/>
              </a:ext>
            </a:extLst>
          </p:cNvPr>
          <p:cNvSpPr>
            <a:spLocks noChangeArrowheads="1"/>
          </p:cNvSpPr>
          <p:nvPr/>
        </p:nvSpPr>
        <p:spPr bwMode="auto">
          <a:xfrm>
            <a:off x="3581400" y="529085"/>
            <a:ext cx="2853666"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Image Storage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Image storage depends upon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Resolution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Bit depth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Compression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File format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Example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69404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63156" y="914031"/>
            <a:ext cx="7233525" cy="450720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12"/>
              <a:ext cx="9143631" cy="6857631"/>
            </a:xfrm>
            <a:prstGeom prst="rect">
              <a:avLst/>
            </a:prstGeom>
          </p:spPr>
        </p:pic>
        <p:sp>
          <p:nvSpPr>
            <p:cNvPr id="4" name="object 4"/>
            <p:cNvSpPr/>
            <p:nvPr/>
          </p:nvSpPr>
          <p:spPr>
            <a:xfrm>
              <a:off x="409676" y="135001"/>
              <a:ext cx="118110" cy="121285"/>
            </a:xfrm>
            <a:custGeom>
              <a:avLst/>
              <a:gdLst/>
              <a:ahLst/>
              <a:cxnLst/>
              <a:rect l="l" t="t" r="r" b="b"/>
              <a:pathLst>
                <a:path w="118109" h="121285">
                  <a:moveTo>
                    <a:pt x="118084" y="0"/>
                  </a:moveTo>
                  <a:lnTo>
                    <a:pt x="0" y="0"/>
                  </a:lnTo>
                  <a:lnTo>
                    <a:pt x="0" y="120954"/>
                  </a:lnTo>
                  <a:lnTo>
                    <a:pt x="59042" y="120954"/>
                  </a:lnTo>
                  <a:lnTo>
                    <a:pt x="118084" y="120954"/>
                  </a:lnTo>
                  <a:lnTo>
                    <a:pt x="118084" y="0"/>
                  </a:lnTo>
                  <a:close/>
                </a:path>
              </a:pathLst>
            </a:custGeom>
            <a:solidFill>
              <a:srgbClr val="CCCCE5"/>
            </a:solidFill>
          </p:spPr>
          <p:txBody>
            <a:bodyPr wrap="square" lIns="0" tIns="0" rIns="0" bIns="0" rtlCol="0"/>
            <a:lstStyle/>
            <a:p>
              <a:endParaRPr/>
            </a:p>
          </p:txBody>
        </p:sp>
        <p:pic>
          <p:nvPicPr>
            <p:cNvPr id="5" name="object 5"/>
            <p:cNvPicPr/>
            <p:nvPr/>
          </p:nvPicPr>
          <p:blipFill>
            <a:blip r:embed="rId3" cstate="print"/>
            <a:stretch>
              <a:fillRect/>
            </a:stretch>
          </p:blipFill>
          <p:spPr>
            <a:xfrm>
              <a:off x="547560" y="0"/>
              <a:ext cx="119519" cy="255955"/>
            </a:xfrm>
            <a:prstGeom prst="rect">
              <a:avLst/>
            </a:prstGeom>
          </p:spPr>
        </p:pic>
        <p:sp>
          <p:nvSpPr>
            <p:cNvPr id="6" name="object 6"/>
            <p:cNvSpPr/>
            <p:nvPr/>
          </p:nvSpPr>
          <p:spPr>
            <a:xfrm>
              <a:off x="274320" y="274675"/>
              <a:ext cx="116839" cy="118110"/>
            </a:xfrm>
            <a:custGeom>
              <a:avLst/>
              <a:gdLst/>
              <a:ahLst/>
              <a:cxnLst/>
              <a:rect l="l" t="t" r="r" b="b"/>
              <a:pathLst>
                <a:path w="116839" h="118110">
                  <a:moveTo>
                    <a:pt x="116281" y="0"/>
                  </a:moveTo>
                  <a:lnTo>
                    <a:pt x="0" y="0"/>
                  </a:lnTo>
                  <a:lnTo>
                    <a:pt x="0" y="118084"/>
                  </a:lnTo>
                  <a:lnTo>
                    <a:pt x="58318" y="118084"/>
                  </a:lnTo>
                  <a:lnTo>
                    <a:pt x="116281" y="118084"/>
                  </a:lnTo>
                  <a:lnTo>
                    <a:pt x="116281" y="0"/>
                  </a:lnTo>
                  <a:close/>
                </a:path>
              </a:pathLst>
            </a:custGeom>
            <a:solidFill>
              <a:srgbClr val="CCCCE5"/>
            </a:solidFill>
          </p:spPr>
          <p:txBody>
            <a:bodyPr wrap="square" lIns="0" tIns="0" rIns="0" bIns="0" rtlCol="0"/>
            <a:lstStyle/>
            <a:p>
              <a:endParaRPr/>
            </a:p>
          </p:txBody>
        </p:sp>
        <p:sp>
          <p:nvSpPr>
            <p:cNvPr id="7" name="object 7"/>
            <p:cNvSpPr/>
            <p:nvPr/>
          </p:nvSpPr>
          <p:spPr>
            <a:xfrm>
              <a:off x="131762" y="136436"/>
              <a:ext cx="121285" cy="118110"/>
            </a:xfrm>
            <a:custGeom>
              <a:avLst/>
              <a:gdLst/>
              <a:ahLst/>
              <a:cxnLst/>
              <a:rect l="l" t="t" r="r" b="b"/>
              <a:pathLst>
                <a:path w="121285" h="118110">
                  <a:moveTo>
                    <a:pt x="120954" y="0"/>
                  </a:moveTo>
                  <a:lnTo>
                    <a:pt x="0" y="0"/>
                  </a:lnTo>
                  <a:lnTo>
                    <a:pt x="0" y="118084"/>
                  </a:lnTo>
                  <a:lnTo>
                    <a:pt x="60477" y="118084"/>
                  </a:lnTo>
                  <a:lnTo>
                    <a:pt x="120954" y="118084"/>
                  </a:lnTo>
                  <a:lnTo>
                    <a:pt x="120954" y="0"/>
                  </a:lnTo>
                  <a:close/>
                </a:path>
              </a:pathLst>
            </a:custGeom>
            <a:solidFill>
              <a:srgbClr val="00007C"/>
            </a:solidFill>
          </p:spPr>
          <p:txBody>
            <a:bodyPr wrap="square" lIns="0" tIns="0" rIns="0" bIns="0" rtlCol="0"/>
            <a:lstStyle/>
            <a:p>
              <a:endParaRPr/>
            </a:p>
          </p:txBody>
        </p:sp>
        <p:sp>
          <p:nvSpPr>
            <p:cNvPr id="8" name="object 8"/>
            <p:cNvSpPr/>
            <p:nvPr/>
          </p:nvSpPr>
          <p:spPr>
            <a:xfrm>
              <a:off x="274320" y="271449"/>
              <a:ext cx="254000" cy="254635"/>
            </a:xfrm>
            <a:custGeom>
              <a:avLst/>
              <a:gdLst/>
              <a:ahLst/>
              <a:cxnLst/>
              <a:rect l="l" t="t" r="r" b="b"/>
              <a:pathLst>
                <a:path w="254000" h="254634">
                  <a:moveTo>
                    <a:pt x="116281" y="137871"/>
                  </a:moveTo>
                  <a:lnTo>
                    <a:pt x="0" y="137871"/>
                  </a:lnTo>
                  <a:lnTo>
                    <a:pt x="0" y="254152"/>
                  </a:lnTo>
                  <a:lnTo>
                    <a:pt x="58318" y="254152"/>
                  </a:lnTo>
                  <a:lnTo>
                    <a:pt x="116281" y="254152"/>
                  </a:lnTo>
                  <a:lnTo>
                    <a:pt x="116281" y="137871"/>
                  </a:lnTo>
                  <a:close/>
                </a:path>
                <a:path w="254000" h="254634">
                  <a:moveTo>
                    <a:pt x="253441" y="0"/>
                  </a:moveTo>
                  <a:lnTo>
                    <a:pt x="135356" y="0"/>
                  </a:lnTo>
                  <a:lnTo>
                    <a:pt x="135356" y="118071"/>
                  </a:lnTo>
                  <a:lnTo>
                    <a:pt x="194398" y="118071"/>
                  </a:lnTo>
                  <a:lnTo>
                    <a:pt x="253441" y="118071"/>
                  </a:lnTo>
                  <a:lnTo>
                    <a:pt x="253441" y="0"/>
                  </a:lnTo>
                  <a:close/>
                </a:path>
              </a:pathLst>
            </a:custGeom>
            <a:solidFill>
              <a:srgbClr val="9999CC"/>
            </a:solidFill>
          </p:spPr>
          <p:txBody>
            <a:bodyPr wrap="square" lIns="0" tIns="0" rIns="0" bIns="0" rtlCol="0"/>
            <a:lstStyle/>
            <a:p>
              <a:endParaRPr/>
            </a:p>
          </p:txBody>
        </p:sp>
      </p:grpSp>
      <p:sp>
        <p:nvSpPr>
          <p:cNvPr id="9" name="object 9"/>
          <p:cNvSpPr txBox="1"/>
          <p:nvPr/>
        </p:nvSpPr>
        <p:spPr>
          <a:xfrm>
            <a:off x="8467102" y="6444259"/>
            <a:ext cx="122555" cy="208279"/>
          </a:xfrm>
          <a:prstGeom prst="rect">
            <a:avLst/>
          </a:prstGeom>
        </p:spPr>
        <p:txBody>
          <a:bodyPr vert="horz" wrap="square" lIns="0" tIns="12700" rIns="0" bIns="0" rtlCol="0">
            <a:spAutoFit/>
          </a:bodyPr>
          <a:lstStyle/>
          <a:p>
            <a:pPr marL="12700">
              <a:lnSpc>
                <a:spcPct val="100000"/>
              </a:lnSpc>
              <a:spcBef>
                <a:spcPts val="100"/>
              </a:spcBef>
            </a:pPr>
            <a:r>
              <a:rPr sz="1200" spc="85" dirty="0">
                <a:latin typeface="Trebuchet MS"/>
                <a:cs typeface="Trebuchet MS"/>
              </a:rPr>
              <a:t>7</a:t>
            </a:r>
            <a:endParaRPr sz="1200">
              <a:latin typeface="Trebuchet MS"/>
              <a:cs typeface="Trebuchet MS"/>
            </a:endParaRPr>
          </a:p>
        </p:txBody>
      </p:sp>
      <p:sp>
        <p:nvSpPr>
          <p:cNvPr id="10" name="object 10" descr="$PPTXTitle"/>
          <p:cNvSpPr txBox="1">
            <a:spLocks noGrp="1"/>
          </p:cNvSpPr>
          <p:nvPr>
            <p:ph type="title"/>
          </p:nvPr>
        </p:nvSpPr>
        <p:spPr>
          <a:prstGeom prst="rect">
            <a:avLst/>
          </a:prstGeom>
        </p:spPr>
        <p:txBody>
          <a:bodyPr vert="horz" wrap="square" lIns="0" tIns="103060" rIns="0" bIns="0" rtlCol="0">
            <a:spAutoFit/>
          </a:bodyPr>
          <a:lstStyle/>
          <a:p>
            <a:pPr marL="12700">
              <a:lnSpc>
                <a:spcPct val="100000"/>
              </a:lnSpc>
              <a:spcBef>
                <a:spcPts val="100"/>
              </a:spcBef>
            </a:pPr>
            <a:r>
              <a:rPr sz="3200" dirty="0"/>
              <a:t>Image</a:t>
            </a:r>
            <a:r>
              <a:rPr sz="3200" spc="-50" dirty="0"/>
              <a:t> </a:t>
            </a:r>
            <a:r>
              <a:rPr sz="3200" dirty="0"/>
              <a:t>Sampling</a:t>
            </a:r>
            <a:r>
              <a:rPr sz="3200" spc="-55" dirty="0"/>
              <a:t> </a:t>
            </a:r>
            <a:r>
              <a:rPr sz="3200" dirty="0"/>
              <a:t>and</a:t>
            </a:r>
            <a:r>
              <a:rPr sz="3200" spc="-45" dirty="0"/>
              <a:t> </a:t>
            </a:r>
            <a:r>
              <a:rPr sz="3200" spc="-10" dirty="0"/>
              <a:t>Quantization</a:t>
            </a:r>
            <a:endParaRPr sz="3200"/>
          </a:p>
        </p:txBody>
      </p:sp>
      <p:pic>
        <p:nvPicPr>
          <p:cNvPr id="11" name="object 11"/>
          <p:cNvPicPr/>
          <p:nvPr/>
        </p:nvPicPr>
        <p:blipFill>
          <a:blip r:embed="rId4" cstate="print"/>
          <a:stretch>
            <a:fillRect/>
          </a:stretch>
        </p:blipFill>
        <p:spPr>
          <a:xfrm>
            <a:off x="1411198" y="1600212"/>
            <a:ext cx="6315468" cy="449459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Wht</a:t>
            </a:r>
            <a:r>
              <a:rPr spc="-55" dirty="0"/>
              <a:t> </a:t>
            </a:r>
            <a:r>
              <a:rPr dirty="0"/>
              <a:t>is</a:t>
            </a:r>
            <a:r>
              <a:rPr spc="-40" dirty="0"/>
              <a:t> </a:t>
            </a:r>
            <a:r>
              <a:rPr spc="-10" dirty="0"/>
              <a:t>multimedia?</a:t>
            </a:r>
          </a:p>
        </p:txBody>
      </p:sp>
      <p:pic>
        <p:nvPicPr>
          <p:cNvPr id="3" name="object 3"/>
          <p:cNvPicPr/>
          <p:nvPr/>
        </p:nvPicPr>
        <p:blipFill>
          <a:blip r:embed="rId2" cstate="print"/>
          <a:stretch>
            <a:fillRect/>
          </a:stretch>
        </p:blipFill>
        <p:spPr>
          <a:xfrm>
            <a:off x="457200" y="914044"/>
            <a:ext cx="5262841" cy="333899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457200" y="685444"/>
            <a:ext cx="6396482" cy="483911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409676" y="685431"/>
            <a:ext cx="5301005" cy="375804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457200" y="809269"/>
            <a:ext cx="7139520" cy="490104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385914" y="736206"/>
            <a:ext cx="6949084" cy="446291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504723" y="914044"/>
            <a:ext cx="6806158" cy="402479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399961" y="923391"/>
            <a:ext cx="6910920" cy="318672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371525" y="504355"/>
            <a:ext cx="5796356" cy="434844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476275" y="809282"/>
            <a:ext cx="6834593" cy="460908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228600" y="685431"/>
            <a:ext cx="6396482" cy="481680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457200" y="685444"/>
            <a:ext cx="7310882" cy="5902921"/>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476275" y="875880"/>
            <a:ext cx="6148793" cy="425339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476275" y="685444"/>
            <a:ext cx="6605993" cy="4569117"/>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457200" y="685444"/>
            <a:ext cx="7310882" cy="475019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514438" y="875880"/>
            <a:ext cx="6567843" cy="4192917"/>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466559" y="685444"/>
            <a:ext cx="6158522" cy="450251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457200" y="685431"/>
            <a:ext cx="6853682" cy="5088242"/>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What</a:t>
            </a:r>
            <a:r>
              <a:rPr spc="-60" dirty="0"/>
              <a:t> </a:t>
            </a:r>
            <a:r>
              <a:rPr dirty="0"/>
              <a:t>is</a:t>
            </a:r>
            <a:r>
              <a:rPr spc="-60" dirty="0"/>
              <a:t> </a:t>
            </a:r>
            <a:r>
              <a:rPr spc="-10" dirty="0"/>
              <a:t>multimedia?</a:t>
            </a:r>
          </a:p>
        </p:txBody>
      </p:sp>
      <p:pic>
        <p:nvPicPr>
          <p:cNvPr id="3" name="object 3"/>
          <p:cNvPicPr/>
          <p:nvPr/>
        </p:nvPicPr>
        <p:blipFill>
          <a:blip r:embed="rId2" cstate="print"/>
          <a:stretch>
            <a:fillRect/>
          </a:stretch>
        </p:blipFill>
        <p:spPr>
          <a:xfrm>
            <a:off x="571677" y="685431"/>
            <a:ext cx="6028194" cy="4110481"/>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4235" y="902976"/>
            <a:ext cx="7686105" cy="463816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Digital</a:t>
            </a:r>
            <a:r>
              <a:rPr spc="-95" dirty="0"/>
              <a:t> </a:t>
            </a:r>
            <a:r>
              <a:rPr dirty="0"/>
              <a:t>Image</a:t>
            </a:r>
            <a:r>
              <a:rPr spc="-95" dirty="0"/>
              <a:t> </a:t>
            </a:r>
            <a:r>
              <a:rPr spc="-10" dirty="0"/>
              <a:t>Processing</a:t>
            </a:r>
          </a:p>
        </p:txBody>
      </p:sp>
      <p:sp>
        <p:nvSpPr>
          <p:cNvPr id="3" name="object 3"/>
          <p:cNvSpPr txBox="1">
            <a:spLocks noGrp="1"/>
          </p:cNvSpPr>
          <p:nvPr>
            <p:ph idx="1"/>
          </p:nvPr>
        </p:nvSpPr>
        <p:spPr>
          <a:prstGeom prst="rect">
            <a:avLst/>
          </a:prstGeom>
        </p:spPr>
        <p:txBody>
          <a:bodyPr vert="horz" wrap="square" lIns="0" tIns="449594" rIns="0" bIns="0" rtlCol="0">
            <a:spAutoFit/>
          </a:bodyPr>
          <a:lstStyle/>
          <a:p>
            <a:pPr marL="116839" marR="5080">
              <a:lnSpc>
                <a:spcPct val="100000"/>
              </a:lnSpc>
              <a:spcBef>
                <a:spcPts val="100"/>
              </a:spcBef>
            </a:pPr>
            <a:r>
              <a:rPr spc="-10" dirty="0"/>
              <a:t>Manipulation</a:t>
            </a:r>
            <a:r>
              <a:rPr spc="-95" dirty="0"/>
              <a:t> </a:t>
            </a:r>
            <a:r>
              <a:rPr dirty="0"/>
              <a:t>of</a:t>
            </a:r>
            <a:r>
              <a:rPr spc="-80" dirty="0"/>
              <a:t> </a:t>
            </a:r>
            <a:r>
              <a:rPr dirty="0"/>
              <a:t>Digital</a:t>
            </a:r>
            <a:r>
              <a:rPr spc="-90" dirty="0"/>
              <a:t> </a:t>
            </a:r>
            <a:r>
              <a:rPr dirty="0"/>
              <a:t>Images</a:t>
            </a:r>
            <a:r>
              <a:rPr spc="-90" dirty="0"/>
              <a:t> </a:t>
            </a:r>
            <a:r>
              <a:rPr dirty="0"/>
              <a:t>with</a:t>
            </a:r>
            <a:r>
              <a:rPr spc="-85" dirty="0"/>
              <a:t> </a:t>
            </a:r>
            <a:r>
              <a:rPr dirty="0"/>
              <a:t>different</a:t>
            </a:r>
            <a:r>
              <a:rPr spc="-90" dirty="0"/>
              <a:t> </a:t>
            </a:r>
            <a:r>
              <a:rPr dirty="0"/>
              <a:t>algorithms</a:t>
            </a:r>
            <a:r>
              <a:rPr spc="-85" dirty="0"/>
              <a:t> </a:t>
            </a:r>
            <a:r>
              <a:rPr spc="-20" dirty="0"/>
              <a:t>that </a:t>
            </a:r>
            <a:r>
              <a:rPr dirty="0"/>
              <a:t>takes</a:t>
            </a:r>
            <a:r>
              <a:rPr spc="-65" dirty="0"/>
              <a:t> </a:t>
            </a:r>
            <a:r>
              <a:rPr dirty="0"/>
              <a:t>digital</a:t>
            </a:r>
            <a:r>
              <a:rPr spc="-80" dirty="0"/>
              <a:t> </a:t>
            </a:r>
            <a:r>
              <a:rPr dirty="0"/>
              <a:t>image</a:t>
            </a:r>
            <a:r>
              <a:rPr spc="-75" dirty="0"/>
              <a:t> </a:t>
            </a:r>
            <a:r>
              <a:rPr dirty="0"/>
              <a:t>as</a:t>
            </a:r>
            <a:r>
              <a:rPr spc="-70" dirty="0"/>
              <a:t> </a:t>
            </a:r>
            <a:r>
              <a:rPr dirty="0"/>
              <a:t>the</a:t>
            </a:r>
            <a:r>
              <a:rPr spc="-80" dirty="0"/>
              <a:t> </a:t>
            </a:r>
            <a:r>
              <a:rPr dirty="0"/>
              <a:t>input</a:t>
            </a:r>
            <a:r>
              <a:rPr spc="-65" dirty="0"/>
              <a:t> </a:t>
            </a:r>
            <a:r>
              <a:rPr dirty="0"/>
              <a:t>and</a:t>
            </a:r>
            <a:r>
              <a:rPr spc="-65" dirty="0"/>
              <a:t> </a:t>
            </a:r>
            <a:r>
              <a:rPr dirty="0"/>
              <a:t>produces</a:t>
            </a:r>
            <a:r>
              <a:rPr spc="-75" dirty="0"/>
              <a:t> </a:t>
            </a:r>
            <a:r>
              <a:rPr dirty="0"/>
              <a:t>either</a:t>
            </a:r>
            <a:r>
              <a:rPr spc="-65" dirty="0"/>
              <a:t> </a:t>
            </a:r>
            <a:r>
              <a:rPr spc="-25" dirty="0"/>
              <a:t>new </a:t>
            </a:r>
            <a:r>
              <a:rPr dirty="0"/>
              <a:t>images,</a:t>
            </a:r>
            <a:r>
              <a:rPr spc="-45" dirty="0"/>
              <a:t> </a:t>
            </a:r>
            <a:r>
              <a:rPr dirty="0"/>
              <a:t>or</a:t>
            </a:r>
            <a:r>
              <a:rPr spc="-45" dirty="0"/>
              <a:t> </a:t>
            </a:r>
            <a:r>
              <a:rPr dirty="0"/>
              <a:t>features</a:t>
            </a:r>
            <a:r>
              <a:rPr spc="-40" dirty="0"/>
              <a:t> </a:t>
            </a:r>
            <a:r>
              <a:rPr dirty="0"/>
              <a:t>of</a:t>
            </a:r>
            <a:r>
              <a:rPr spc="-55" dirty="0"/>
              <a:t> </a:t>
            </a:r>
            <a:r>
              <a:rPr dirty="0"/>
              <a:t>images</a:t>
            </a:r>
            <a:r>
              <a:rPr spc="-50" dirty="0"/>
              <a:t> </a:t>
            </a:r>
            <a:r>
              <a:rPr dirty="0"/>
              <a:t>or</a:t>
            </a:r>
            <a:r>
              <a:rPr spc="-45" dirty="0"/>
              <a:t> </a:t>
            </a:r>
            <a:r>
              <a:rPr spc="-10" dirty="0"/>
              <a:t>interpretation</a:t>
            </a:r>
            <a:r>
              <a:rPr spc="-55" dirty="0"/>
              <a:t> </a:t>
            </a:r>
            <a:r>
              <a:rPr dirty="0"/>
              <a:t>of</a:t>
            </a:r>
            <a:r>
              <a:rPr spc="-55" dirty="0"/>
              <a:t> </a:t>
            </a:r>
            <a:r>
              <a:rPr dirty="0"/>
              <a:t>the</a:t>
            </a:r>
            <a:r>
              <a:rPr spc="-50" dirty="0"/>
              <a:t> </a:t>
            </a:r>
            <a:r>
              <a:rPr spc="-10" dirty="0"/>
              <a:t>images </a:t>
            </a:r>
            <a:r>
              <a:rPr dirty="0"/>
              <a:t>is</a:t>
            </a:r>
            <a:r>
              <a:rPr spc="-85" dirty="0"/>
              <a:t> </a:t>
            </a:r>
            <a:r>
              <a:rPr dirty="0"/>
              <a:t>called</a:t>
            </a:r>
            <a:r>
              <a:rPr spc="-85" dirty="0"/>
              <a:t> </a:t>
            </a:r>
            <a:r>
              <a:rPr dirty="0"/>
              <a:t>digital</a:t>
            </a:r>
            <a:r>
              <a:rPr spc="-80" dirty="0"/>
              <a:t> </a:t>
            </a:r>
            <a:r>
              <a:rPr dirty="0"/>
              <a:t>images</a:t>
            </a:r>
            <a:r>
              <a:rPr spc="-75" dirty="0"/>
              <a:t> </a:t>
            </a:r>
            <a:r>
              <a:rPr spc="-10" dirty="0"/>
              <a:t>processing.</a:t>
            </a:r>
          </a:p>
          <a:p>
            <a:pPr marL="116839" marR="3869054">
              <a:lnSpc>
                <a:spcPct val="120800"/>
              </a:lnSpc>
            </a:pPr>
            <a:r>
              <a:rPr dirty="0"/>
              <a:t>Three</a:t>
            </a:r>
            <a:r>
              <a:rPr spc="-70" dirty="0"/>
              <a:t> </a:t>
            </a:r>
            <a:r>
              <a:rPr dirty="0"/>
              <a:t>types</a:t>
            </a:r>
            <a:r>
              <a:rPr spc="-70" dirty="0"/>
              <a:t> </a:t>
            </a:r>
            <a:r>
              <a:rPr dirty="0"/>
              <a:t>image</a:t>
            </a:r>
            <a:r>
              <a:rPr spc="-70" dirty="0"/>
              <a:t> </a:t>
            </a:r>
            <a:r>
              <a:rPr spc="-10" dirty="0"/>
              <a:t>processing: </a:t>
            </a:r>
            <a:r>
              <a:rPr dirty="0"/>
              <a:t>Low</a:t>
            </a:r>
            <a:r>
              <a:rPr spc="-85" dirty="0"/>
              <a:t> </a:t>
            </a:r>
            <a:r>
              <a:rPr dirty="0"/>
              <a:t>Level</a:t>
            </a:r>
            <a:r>
              <a:rPr spc="-80" dirty="0"/>
              <a:t> </a:t>
            </a:r>
            <a:r>
              <a:rPr dirty="0"/>
              <a:t>image</a:t>
            </a:r>
            <a:r>
              <a:rPr spc="-80" dirty="0"/>
              <a:t> </a:t>
            </a:r>
            <a:r>
              <a:rPr spc="-10" dirty="0"/>
              <a:t>processing: </a:t>
            </a:r>
            <a:r>
              <a:rPr dirty="0"/>
              <a:t>Middle</a:t>
            </a:r>
            <a:r>
              <a:rPr spc="-95" dirty="0"/>
              <a:t> </a:t>
            </a:r>
            <a:r>
              <a:rPr dirty="0"/>
              <a:t>Level</a:t>
            </a:r>
            <a:r>
              <a:rPr spc="-95" dirty="0"/>
              <a:t> </a:t>
            </a:r>
            <a:r>
              <a:rPr dirty="0"/>
              <a:t>Image</a:t>
            </a:r>
            <a:r>
              <a:rPr spc="-90" dirty="0"/>
              <a:t> </a:t>
            </a:r>
            <a:r>
              <a:rPr spc="-10" dirty="0"/>
              <a:t>processing: </a:t>
            </a:r>
            <a:r>
              <a:rPr dirty="0"/>
              <a:t>High</a:t>
            </a:r>
            <a:r>
              <a:rPr spc="-80" dirty="0"/>
              <a:t> </a:t>
            </a:r>
            <a:r>
              <a:rPr dirty="0"/>
              <a:t>level</a:t>
            </a:r>
            <a:r>
              <a:rPr spc="-80" dirty="0"/>
              <a:t> </a:t>
            </a:r>
            <a:r>
              <a:rPr dirty="0"/>
              <a:t>Image</a:t>
            </a:r>
            <a:r>
              <a:rPr spc="-80" dirty="0"/>
              <a:t> </a:t>
            </a:r>
            <a:r>
              <a:rPr spc="-10" dirty="0"/>
              <a:t>processing</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EAF6D-AC44-4267-A3FD-CCE30093D64B}"/>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32818C03-DFCA-4DE2-845C-8441313685D4}"/>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E1009379-DD05-43E8-899A-A3BEEA290FAF}"/>
              </a:ext>
            </a:extLst>
          </p:cNvPr>
          <p:cNvSpPr txBox="1"/>
          <p:nvPr/>
        </p:nvSpPr>
        <p:spPr>
          <a:xfrm>
            <a:off x="1156252" y="365126"/>
            <a:ext cx="8001000" cy="5030736"/>
          </a:xfrm>
          <a:prstGeom prst="rect">
            <a:avLst/>
          </a:prstGeom>
          <a:noFill/>
        </p:spPr>
        <p:txBody>
          <a:bodyPr wrap="square">
            <a:spAutoFit/>
          </a:bodyPr>
          <a:lstStyle/>
          <a:p>
            <a:pPr marL="0" marR="0">
              <a:lnSpc>
                <a:spcPct val="107000"/>
              </a:lnSpc>
              <a:spcBef>
                <a:spcPts val="0"/>
              </a:spcBef>
              <a:spcAft>
                <a:spcPts val="800"/>
              </a:spcAft>
            </a:pPr>
            <a:r>
              <a:rPr lang="en-US" sz="2400" b="1" kern="1800" dirty="0">
                <a:effectLst/>
                <a:latin typeface="Times New Roman" panose="02020603050405020304" pitchFamily="18" charset="0"/>
                <a:ea typeface="Times New Roman" panose="02020603050405020304" pitchFamily="18" charset="0"/>
                <a:cs typeface="Times New Roman" panose="02020603050405020304" pitchFamily="18" charset="0"/>
              </a:rPr>
              <a:t>General Image Processing Pipeline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Image Acquisition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Image Preprocessing</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Image Enhancement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Image Restoration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Image Segmentation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Feature Extraction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Image Classification / Recognition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Decision Making</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089256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2298D-1E4D-4032-85D0-4D8E9B8C8D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C543257-B0E7-4365-B548-586F9BE5F5DE}"/>
              </a:ext>
            </a:extLst>
          </p:cNvPr>
          <p:cNvSpPr>
            <a:spLocks noGrp="1"/>
          </p:cNvSpPr>
          <p:nvPr>
            <p:ph idx="1"/>
          </p:nvPr>
        </p:nvSpPr>
        <p:spPr>
          <a:xfrm>
            <a:off x="76200" y="0"/>
            <a:ext cx="7886700" cy="6100763"/>
          </a:xfrm>
        </p:spPr>
        <p:txBody>
          <a:bodyPr>
            <a:noAutofit/>
          </a:bodyPr>
          <a:lstStyle/>
          <a:p>
            <a:r>
              <a:rPr lang="en-US" sz="1800" dirty="0"/>
              <a:t>Step 1: Image Acquisition</a:t>
            </a:r>
          </a:p>
          <a:p>
            <a:r>
              <a:rPr lang="en-US" sz="1800" dirty="0"/>
              <a:t>Definition</a:t>
            </a:r>
          </a:p>
          <a:p>
            <a:r>
              <a:rPr lang="en-US" sz="1800" dirty="0"/>
              <a:t>Image acquisition is the first step in image processing. It involves capturing an image using an imaging device and converting it into a digital format suitable for computer processing.</a:t>
            </a:r>
          </a:p>
          <a:p>
            <a:endParaRPr lang="en-US" sz="1800" dirty="0"/>
          </a:p>
          <a:p>
            <a:r>
              <a:rPr lang="en-US" sz="1800" dirty="0"/>
              <a:t>Step 2: Image Preprocessing</a:t>
            </a:r>
          </a:p>
          <a:p>
            <a:r>
              <a:rPr lang="en-US" sz="1800" dirty="0"/>
              <a:t>Image preprocessing improves the quality of the captured image before advanced analysis. The purpose is to remove unwanted distortions and prepare the image for further processing.</a:t>
            </a:r>
          </a:p>
          <a:p>
            <a:r>
              <a:rPr lang="en-US" sz="1800" dirty="0"/>
              <a:t>Step 3: Image Enhancement</a:t>
            </a:r>
          </a:p>
          <a:p>
            <a:r>
              <a:rPr lang="en-US" sz="1800" dirty="0"/>
              <a:t>Definition</a:t>
            </a:r>
          </a:p>
          <a:p>
            <a:r>
              <a:rPr lang="en-US" sz="1800" dirty="0"/>
              <a:t>Image enhancement improves the visual appearance of an image without changing its original content.</a:t>
            </a:r>
          </a:p>
          <a:p>
            <a:r>
              <a:rPr lang="en-US" sz="1800" dirty="0"/>
              <a:t>The objective is to make the image easier for humans or computers to interpret.</a:t>
            </a:r>
          </a:p>
          <a:p>
            <a:r>
              <a:rPr lang="en-US" sz="1800" dirty="0"/>
              <a:t>Step 4: Image Restoration</a:t>
            </a:r>
          </a:p>
          <a:p>
            <a:r>
              <a:rPr lang="en-US" sz="1800" dirty="0"/>
              <a:t>Definition</a:t>
            </a:r>
          </a:p>
          <a:p>
            <a:r>
              <a:rPr lang="en-US" sz="1800" dirty="0"/>
              <a:t>Image restoration reconstructs an image that has been degraded by blur, noise, or distortion using mathematical models.</a:t>
            </a:r>
          </a:p>
          <a:p>
            <a:r>
              <a:rPr lang="en-US" sz="1800" dirty="0"/>
              <a:t>Unlike enhancement, restoration attempts to recover the original image objectively.</a:t>
            </a:r>
          </a:p>
          <a:p>
            <a:endParaRPr lang="en-US" sz="1800" dirty="0"/>
          </a:p>
          <a:p>
            <a:endParaRPr lang="en-US" sz="1800" dirty="0"/>
          </a:p>
        </p:txBody>
      </p:sp>
    </p:spTree>
    <p:extLst>
      <p:ext uri="{BB962C8B-B14F-4D97-AF65-F5344CB8AC3E}">
        <p14:creationId xmlns:p14="http://schemas.microsoft.com/office/powerpoint/2010/main" val="24839443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FD468-71CE-4834-8181-7B50B0CBA4F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DE7CB0A-7BEF-440F-94A1-6834CFF16C33}"/>
              </a:ext>
            </a:extLst>
          </p:cNvPr>
          <p:cNvSpPr>
            <a:spLocks noGrp="1"/>
          </p:cNvSpPr>
          <p:nvPr>
            <p:ph idx="1"/>
          </p:nvPr>
        </p:nvSpPr>
        <p:spPr>
          <a:xfrm>
            <a:off x="304800" y="228600"/>
            <a:ext cx="7886700" cy="4351338"/>
          </a:xfrm>
        </p:spPr>
        <p:txBody>
          <a:bodyPr>
            <a:noAutofit/>
          </a:bodyPr>
          <a:lstStyle/>
          <a:p>
            <a:r>
              <a:rPr lang="en-US" sz="1800" dirty="0"/>
              <a:t>Step 5: Image Segmentation</a:t>
            </a:r>
          </a:p>
          <a:p>
            <a:r>
              <a:rPr lang="en-US" sz="1800" dirty="0"/>
              <a:t>Definition</a:t>
            </a:r>
          </a:p>
          <a:p>
            <a:r>
              <a:rPr lang="en-US" sz="1800" dirty="0"/>
              <a:t>Image segmentation divides an image into meaningful regions or objects.</a:t>
            </a:r>
          </a:p>
          <a:p>
            <a:r>
              <a:rPr lang="en-US" sz="1800" dirty="0"/>
              <a:t>Each region represents an object or part of an object.</a:t>
            </a:r>
          </a:p>
          <a:p>
            <a:r>
              <a:rPr lang="en-US" sz="1800" dirty="0"/>
              <a:t>Step 6: Feature Extraction</a:t>
            </a:r>
          </a:p>
          <a:p>
            <a:r>
              <a:rPr lang="en-US" sz="1800" dirty="0"/>
              <a:t>Definition</a:t>
            </a:r>
          </a:p>
          <a:p>
            <a:r>
              <a:rPr lang="en-US" sz="1800" dirty="0"/>
              <a:t>Feature extraction identifies important characteristics of segmented objects.</a:t>
            </a:r>
          </a:p>
          <a:p>
            <a:r>
              <a:rPr lang="en-US" sz="1800" dirty="0"/>
              <a:t>Instead of processing every pixel, only relevant features are extracted.</a:t>
            </a:r>
          </a:p>
          <a:p>
            <a:r>
              <a:rPr lang="en-US" sz="1800" dirty="0"/>
              <a:t>Step 7: Image Classification and Recognition</a:t>
            </a:r>
          </a:p>
          <a:p>
            <a:r>
              <a:rPr lang="en-US" sz="1800" dirty="0"/>
              <a:t>Definition</a:t>
            </a:r>
          </a:p>
          <a:p>
            <a:r>
              <a:rPr lang="en-US" sz="1800" dirty="0"/>
              <a:t>Classification assigns an image or object to a predefined category, while recognition identifies the specific object.</a:t>
            </a:r>
          </a:p>
          <a:p>
            <a:r>
              <a:rPr lang="en-US" sz="1800" dirty="0"/>
              <a:t>Modern systems frequently use machine learning and deep learning techniques.</a:t>
            </a:r>
          </a:p>
          <a:p>
            <a:r>
              <a:rPr lang="en-US" sz="1800" dirty="0"/>
              <a:t>Step 8: Decision Making</a:t>
            </a:r>
          </a:p>
          <a:p>
            <a:r>
              <a:rPr lang="en-US" sz="1800" dirty="0"/>
              <a:t>Definition</a:t>
            </a:r>
          </a:p>
          <a:p>
            <a:r>
              <a:rPr lang="en-US" sz="1800" dirty="0"/>
              <a:t>The final stage uses the recognition results to perform an action or generate useful information.</a:t>
            </a:r>
          </a:p>
          <a:p>
            <a:endParaRPr lang="en-US" sz="1800" dirty="0"/>
          </a:p>
        </p:txBody>
      </p:sp>
    </p:spTree>
    <p:extLst>
      <p:ext uri="{BB962C8B-B14F-4D97-AF65-F5344CB8AC3E}">
        <p14:creationId xmlns:p14="http://schemas.microsoft.com/office/powerpoint/2010/main" val="8465257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Digital</a:t>
            </a:r>
            <a:r>
              <a:rPr spc="-95" dirty="0"/>
              <a:t> </a:t>
            </a:r>
            <a:r>
              <a:rPr dirty="0"/>
              <a:t>Image</a:t>
            </a:r>
            <a:r>
              <a:rPr spc="-95" dirty="0"/>
              <a:t> </a:t>
            </a:r>
            <a:r>
              <a:rPr spc="-10" dirty="0"/>
              <a:t>Processing</a:t>
            </a:r>
          </a:p>
        </p:txBody>
      </p:sp>
      <p:pic>
        <p:nvPicPr>
          <p:cNvPr id="3" name="object 3"/>
          <p:cNvPicPr/>
          <p:nvPr/>
        </p:nvPicPr>
        <p:blipFill>
          <a:blip r:embed="rId2" cstate="print"/>
          <a:stretch>
            <a:fillRect/>
          </a:stretch>
        </p:blipFill>
        <p:spPr>
          <a:xfrm>
            <a:off x="571677" y="1599844"/>
            <a:ext cx="7653959" cy="499643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Digital</a:t>
            </a:r>
            <a:r>
              <a:rPr spc="-95" dirty="0"/>
              <a:t> </a:t>
            </a:r>
            <a:r>
              <a:rPr dirty="0"/>
              <a:t>Image</a:t>
            </a:r>
            <a:r>
              <a:rPr spc="-95" dirty="0"/>
              <a:t> </a:t>
            </a:r>
            <a:r>
              <a:rPr spc="-10" dirty="0"/>
              <a:t>Processing</a:t>
            </a:r>
          </a:p>
        </p:txBody>
      </p:sp>
      <p:pic>
        <p:nvPicPr>
          <p:cNvPr id="3" name="object 3"/>
          <p:cNvPicPr/>
          <p:nvPr/>
        </p:nvPicPr>
        <p:blipFill>
          <a:blip r:embed="rId2" cstate="print"/>
          <a:stretch>
            <a:fillRect/>
          </a:stretch>
        </p:blipFill>
        <p:spPr>
          <a:xfrm>
            <a:off x="685800" y="1447558"/>
            <a:ext cx="7110717" cy="449135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Low</a:t>
            </a:r>
            <a:r>
              <a:rPr spc="-110" dirty="0"/>
              <a:t> </a:t>
            </a:r>
            <a:r>
              <a:rPr dirty="0"/>
              <a:t>Level</a:t>
            </a:r>
            <a:r>
              <a:rPr spc="-110" dirty="0"/>
              <a:t> </a:t>
            </a:r>
            <a:r>
              <a:rPr dirty="0"/>
              <a:t>Image</a:t>
            </a:r>
            <a:r>
              <a:rPr spc="-114" dirty="0"/>
              <a:t> </a:t>
            </a:r>
            <a:r>
              <a:rPr spc="-10" dirty="0"/>
              <a:t>Processing</a:t>
            </a:r>
          </a:p>
        </p:txBody>
      </p:sp>
      <p:pic>
        <p:nvPicPr>
          <p:cNvPr id="3" name="object 3"/>
          <p:cNvPicPr/>
          <p:nvPr/>
        </p:nvPicPr>
        <p:blipFill>
          <a:blip r:embed="rId2" cstate="print"/>
          <a:stretch>
            <a:fillRect/>
          </a:stretch>
        </p:blipFill>
        <p:spPr>
          <a:xfrm>
            <a:off x="542874" y="1809356"/>
            <a:ext cx="7910995" cy="4339126"/>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Low</a:t>
            </a:r>
            <a:r>
              <a:rPr spc="-110" dirty="0"/>
              <a:t> </a:t>
            </a:r>
            <a:r>
              <a:rPr dirty="0"/>
              <a:t>Level</a:t>
            </a:r>
            <a:r>
              <a:rPr spc="-110" dirty="0"/>
              <a:t> </a:t>
            </a:r>
            <a:r>
              <a:rPr dirty="0"/>
              <a:t>Image</a:t>
            </a:r>
            <a:r>
              <a:rPr spc="-114" dirty="0"/>
              <a:t> </a:t>
            </a:r>
            <a:r>
              <a:rPr spc="-10" dirty="0"/>
              <a:t>Processing</a:t>
            </a:r>
          </a:p>
        </p:txBody>
      </p:sp>
      <p:sp>
        <p:nvSpPr>
          <p:cNvPr id="3" name="object 3"/>
          <p:cNvSpPr txBox="1"/>
          <p:nvPr/>
        </p:nvSpPr>
        <p:spPr>
          <a:xfrm>
            <a:off x="382219" y="1744827"/>
            <a:ext cx="8232775" cy="1199515"/>
          </a:xfrm>
          <a:prstGeom prst="rect">
            <a:avLst/>
          </a:prstGeom>
        </p:spPr>
        <p:txBody>
          <a:bodyPr vert="horz" wrap="square" lIns="0" tIns="12700" rIns="0" bIns="0" rtlCol="0">
            <a:spAutoFit/>
          </a:bodyPr>
          <a:lstStyle/>
          <a:p>
            <a:pPr marL="12700" marR="5080">
              <a:lnSpc>
                <a:spcPct val="100000"/>
              </a:lnSpc>
              <a:spcBef>
                <a:spcPts val="100"/>
              </a:spcBef>
            </a:pPr>
            <a:r>
              <a:rPr sz="2400" dirty="0">
                <a:latin typeface="Arial MT"/>
                <a:cs typeface="Arial MT"/>
              </a:rPr>
              <a:t>Primitive</a:t>
            </a:r>
            <a:r>
              <a:rPr sz="2400" spc="-100" dirty="0">
                <a:latin typeface="Arial MT"/>
                <a:cs typeface="Arial MT"/>
              </a:rPr>
              <a:t> </a:t>
            </a:r>
            <a:r>
              <a:rPr sz="2400" dirty="0">
                <a:latin typeface="Arial MT"/>
                <a:cs typeface="Arial MT"/>
              </a:rPr>
              <a:t>operations</a:t>
            </a:r>
            <a:r>
              <a:rPr sz="2400" spc="-95" dirty="0">
                <a:latin typeface="Arial MT"/>
                <a:cs typeface="Arial MT"/>
              </a:rPr>
              <a:t> </a:t>
            </a:r>
            <a:r>
              <a:rPr sz="2400" dirty="0">
                <a:latin typeface="Arial MT"/>
                <a:cs typeface="Arial MT"/>
              </a:rPr>
              <a:t>such</a:t>
            </a:r>
            <a:r>
              <a:rPr sz="2400" spc="-95" dirty="0">
                <a:latin typeface="Arial MT"/>
                <a:cs typeface="Arial MT"/>
              </a:rPr>
              <a:t> </a:t>
            </a:r>
            <a:r>
              <a:rPr sz="2400" dirty="0">
                <a:latin typeface="Arial MT"/>
                <a:cs typeface="Arial MT"/>
              </a:rPr>
              <a:t>as</a:t>
            </a:r>
            <a:r>
              <a:rPr sz="2400" spc="-95" dirty="0">
                <a:latin typeface="Arial MT"/>
                <a:cs typeface="Arial MT"/>
              </a:rPr>
              <a:t> </a:t>
            </a:r>
            <a:r>
              <a:rPr sz="2400" dirty="0">
                <a:latin typeface="Arial MT"/>
                <a:cs typeface="Arial MT"/>
              </a:rPr>
              <a:t>noise</a:t>
            </a:r>
            <a:r>
              <a:rPr sz="2400" spc="-95" dirty="0">
                <a:latin typeface="Arial MT"/>
                <a:cs typeface="Arial MT"/>
              </a:rPr>
              <a:t> </a:t>
            </a:r>
            <a:r>
              <a:rPr sz="2400" dirty="0">
                <a:latin typeface="Arial MT"/>
                <a:cs typeface="Arial MT"/>
              </a:rPr>
              <a:t>reduction,</a:t>
            </a:r>
            <a:r>
              <a:rPr sz="2400" spc="-90" dirty="0">
                <a:latin typeface="Arial MT"/>
                <a:cs typeface="Arial MT"/>
              </a:rPr>
              <a:t> </a:t>
            </a:r>
            <a:r>
              <a:rPr sz="2400" dirty="0">
                <a:latin typeface="Arial MT"/>
                <a:cs typeface="Arial MT"/>
              </a:rPr>
              <a:t>edge</a:t>
            </a:r>
            <a:r>
              <a:rPr sz="2400" spc="-95" dirty="0">
                <a:latin typeface="Arial MT"/>
                <a:cs typeface="Arial MT"/>
              </a:rPr>
              <a:t> </a:t>
            </a:r>
            <a:r>
              <a:rPr sz="2400" spc="-10" dirty="0">
                <a:latin typeface="Arial MT"/>
                <a:cs typeface="Arial MT"/>
              </a:rPr>
              <a:t>detection, </a:t>
            </a:r>
            <a:r>
              <a:rPr sz="2400" dirty="0">
                <a:latin typeface="Arial MT"/>
                <a:cs typeface="Arial MT"/>
              </a:rPr>
              <a:t>contrast</a:t>
            </a:r>
            <a:r>
              <a:rPr sz="2400" spc="-95" dirty="0">
                <a:latin typeface="Arial MT"/>
                <a:cs typeface="Arial MT"/>
              </a:rPr>
              <a:t> </a:t>
            </a:r>
            <a:r>
              <a:rPr sz="2400" spc="-10" dirty="0">
                <a:latin typeface="Arial MT"/>
                <a:cs typeface="Arial MT"/>
              </a:rPr>
              <a:t>enhancement</a:t>
            </a:r>
            <a:r>
              <a:rPr sz="2400" spc="-90" dirty="0">
                <a:latin typeface="Arial MT"/>
                <a:cs typeface="Arial MT"/>
              </a:rPr>
              <a:t> </a:t>
            </a:r>
            <a:r>
              <a:rPr sz="2400" spc="-20" dirty="0">
                <a:latin typeface="Arial MT"/>
                <a:cs typeface="Arial MT"/>
              </a:rPr>
              <a:t>etc.</a:t>
            </a:r>
            <a:endParaRPr sz="2400">
              <a:latin typeface="Arial MT"/>
              <a:cs typeface="Arial MT"/>
            </a:endParaRPr>
          </a:p>
          <a:p>
            <a:pPr marL="227329" indent="-214629">
              <a:lnSpc>
                <a:spcPct val="100000"/>
              </a:lnSpc>
              <a:spcBef>
                <a:spcPts val="600"/>
              </a:spcBef>
              <a:buChar char="•"/>
              <a:tabLst>
                <a:tab pos="227329" algn="l"/>
              </a:tabLst>
            </a:pPr>
            <a:r>
              <a:rPr sz="2400" dirty="0">
                <a:latin typeface="Arial MT"/>
                <a:cs typeface="Arial MT"/>
              </a:rPr>
              <a:t>Input</a:t>
            </a:r>
            <a:r>
              <a:rPr sz="2400" spc="-50" dirty="0">
                <a:latin typeface="Arial MT"/>
                <a:cs typeface="Arial MT"/>
              </a:rPr>
              <a:t> </a:t>
            </a:r>
            <a:r>
              <a:rPr sz="2400" dirty="0">
                <a:latin typeface="Arial MT"/>
                <a:cs typeface="Arial MT"/>
              </a:rPr>
              <a:t>is</a:t>
            </a:r>
            <a:r>
              <a:rPr sz="2400" spc="-50" dirty="0">
                <a:latin typeface="Arial MT"/>
                <a:cs typeface="Arial MT"/>
              </a:rPr>
              <a:t> </a:t>
            </a:r>
            <a:r>
              <a:rPr sz="2400" dirty="0">
                <a:latin typeface="Arial MT"/>
                <a:cs typeface="Arial MT"/>
              </a:rPr>
              <a:t>image</a:t>
            </a:r>
            <a:r>
              <a:rPr sz="2400" spc="-55" dirty="0">
                <a:latin typeface="Arial MT"/>
                <a:cs typeface="Arial MT"/>
              </a:rPr>
              <a:t> </a:t>
            </a:r>
            <a:r>
              <a:rPr sz="2400" dirty="0">
                <a:latin typeface="Arial MT"/>
                <a:cs typeface="Arial MT"/>
              </a:rPr>
              <a:t>output</a:t>
            </a:r>
            <a:r>
              <a:rPr sz="2400" spc="-55" dirty="0">
                <a:latin typeface="Arial MT"/>
                <a:cs typeface="Arial MT"/>
              </a:rPr>
              <a:t> </a:t>
            </a:r>
            <a:r>
              <a:rPr sz="2400" dirty="0">
                <a:latin typeface="Arial MT"/>
                <a:cs typeface="Arial MT"/>
              </a:rPr>
              <a:t>is</a:t>
            </a:r>
            <a:r>
              <a:rPr sz="2400" spc="-55" dirty="0">
                <a:latin typeface="Arial MT"/>
                <a:cs typeface="Arial MT"/>
              </a:rPr>
              <a:t> </a:t>
            </a:r>
            <a:r>
              <a:rPr sz="2400" spc="-10" dirty="0">
                <a:latin typeface="Arial MT"/>
                <a:cs typeface="Arial MT"/>
              </a:rPr>
              <a:t>image</a:t>
            </a:r>
            <a:endParaRPr sz="2400">
              <a:latin typeface="Arial MT"/>
              <a:cs typeface="Arial M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spc="-10" dirty="0"/>
              <a:t>Mid-</a:t>
            </a:r>
            <a:r>
              <a:rPr spc="-20" dirty="0"/>
              <a:t>Level</a:t>
            </a:r>
          </a:p>
        </p:txBody>
      </p:sp>
      <p:pic>
        <p:nvPicPr>
          <p:cNvPr id="3" name="object 3"/>
          <p:cNvPicPr/>
          <p:nvPr/>
        </p:nvPicPr>
        <p:blipFill>
          <a:blip r:embed="rId2" cstate="print"/>
          <a:stretch>
            <a:fillRect/>
          </a:stretch>
        </p:blipFill>
        <p:spPr>
          <a:xfrm>
            <a:off x="457200" y="1599844"/>
            <a:ext cx="7701483" cy="508212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spc="-10" dirty="0"/>
              <a:t>Mid-</a:t>
            </a:r>
            <a:r>
              <a:rPr spc="-20" dirty="0"/>
              <a:t>Level</a:t>
            </a:r>
          </a:p>
        </p:txBody>
      </p:sp>
      <p:pic>
        <p:nvPicPr>
          <p:cNvPr id="3" name="object 3"/>
          <p:cNvPicPr/>
          <p:nvPr/>
        </p:nvPicPr>
        <p:blipFill>
          <a:blip r:embed="rId2" cstate="print"/>
          <a:stretch>
            <a:fillRect/>
          </a:stretch>
        </p:blipFill>
        <p:spPr>
          <a:xfrm>
            <a:off x="464402" y="1965507"/>
            <a:ext cx="8383440" cy="360764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spc="-10" dirty="0"/>
              <a:t>Mid-</a:t>
            </a:r>
            <a:r>
              <a:rPr spc="-20" dirty="0"/>
              <a:t>Level</a:t>
            </a:r>
          </a:p>
        </p:txBody>
      </p:sp>
      <p:sp>
        <p:nvSpPr>
          <p:cNvPr id="3" name="object 3"/>
          <p:cNvSpPr txBox="1"/>
          <p:nvPr/>
        </p:nvSpPr>
        <p:spPr>
          <a:xfrm>
            <a:off x="379704" y="1724659"/>
            <a:ext cx="7917815" cy="1198880"/>
          </a:xfrm>
          <a:prstGeom prst="rect">
            <a:avLst/>
          </a:prstGeom>
        </p:spPr>
        <p:txBody>
          <a:bodyPr vert="horz" wrap="square" lIns="0" tIns="12700" rIns="0" bIns="0" rtlCol="0">
            <a:spAutoFit/>
          </a:bodyPr>
          <a:lstStyle/>
          <a:p>
            <a:pPr marL="12700" marR="5080">
              <a:lnSpc>
                <a:spcPct val="100000"/>
              </a:lnSpc>
              <a:spcBef>
                <a:spcPts val="100"/>
              </a:spcBef>
            </a:pPr>
            <a:r>
              <a:rPr sz="2400" dirty="0">
                <a:latin typeface="Arial MT"/>
                <a:cs typeface="Arial MT"/>
              </a:rPr>
              <a:t>Generate</a:t>
            </a:r>
            <a:r>
              <a:rPr sz="2400" spc="-70" dirty="0">
                <a:latin typeface="Arial MT"/>
                <a:cs typeface="Arial MT"/>
              </a:rPr>
              <a:t> </a:t>
            </a:r>
            <a:r>
              <a:rPr sz="2400" dirty="0">
                <a:latin typeface="Arial MT"/>
                <a:cs typeface="Arial MT"/>
              </a:rPr>
              <a:t>the</a:t>
            </a:r>
            <a:r>
              <a:rPr sz="2400" spc="-75" dirty="0">
                <a:latin typeface="Arial MT"/>
                <a:cs typeface="Arial MT"/>
              </a:rPr>
              <a:t> </a:t>
            </a:r>
            <a:r>
              <a:rPr sz="2400" dirty="0">
                <a:latin typeface="Arial MT"/>
                <a:cs typeface="Arial MT"/>
              </a:rPr>
              <a:t>features</a:t>
            </a:r>
            <a:r>
              <a:rPr sz="2400" spc="-70" dirty="0">
                <a:latin typeface="Arial MT"/>
                <a:cs typeface="Arial MT"/>
              </a:rPr>
              <a:t> </a:t>
            </a:r>
            <a:r>
              <a:rPr sz="2400" dirty="0">
                <a:latin typeface="Arial MT"/>
                <a:cs typeface="Arial MT"/>
              </a:rPr>
              <a:t>or</a:t>
            </a:r>
            <a:r>
              <a:rPr sz="2400" spc="-60" dirty="0">
                <a:latin typeface="Arial MT"/>
                <a:cs typeface="Arial MT"/>
              </a:rPr>
              <a:t> </a:t>
            </a:r>
            <a:r>
              <a:rPr sz="2400" dirty="0">
                <a:latin typeface="Arial MT"/>
                <a:cs typeface="Arial MT"/>
              </a:rPr>
              <a:t>descriptors</a:t>
            </a:r>
            <a:r>
              <a:rPr sz="2400" spc="-70" dirty="0">
                <a:latin typeface="Arial MT"/>
                <a:cs typeface="Arial MT"/>
              </a:rPr>
              <a:t> </a:t>
            </a:r>
            <a:r>
              <a:rPr sz="2400" dirty="0">
                <a:latin typeface="Arial MT"/>
                <a:cs typeface="Arial MT"/>
              </a:rPr>
              <a:t>of</a:t>
            </a:r>
            <a:r>
              <a:rPr sz="2400" spc="-70" dirty="0">
                <a:latin typeface="Arial MT"/>
                <a:cs typeface="Arial MT"/>
              </a:rPr>
              <a:t> </a:t>
            </a:r>
            <a:r>
              <a:rPr sz="2400" dirty="0">
                <a:latin typeface="Arial MT"/>
                <a:cs typeface="Arial MT"/>
              </a:rPr>
              <a:t>the</a:t>
            </a:r>
            <a:r>
              <a:rPr sz="2400" spc="-75" dirty="0">
                <a:latin typeface="Arial MT"/>
                <a:cs typeface="Arial MT"/>
              </a:rPr>
              <a:t> </a:t>
            </a:r>
            <a:r>
              <a:rPr sz="2400" dirty="0">
                <a:latin typeface="Arial MT"/>
                <a:cs typeface="Arial MT"/>
              </a:rPr>
              <a:t>whole</a:t>
            </a:r>
            <a:r>
              <a:rPr sz="2400" spc="-70" dirty="0">
                <a:latin typeface="Arial MT"/>
                <a:cs typeface="Arial MT"/>
              </a:rPr>
              <a:t> </a:t>
            </a:r>
            <a:r>
              <a:rPr sz="2400" dirty="0">
                <a:latin typeface="Arial MT"/>
                <a:cs typeface="Arial MT"/>
              </a:rPr>
              <a:t>image</a:t>
            </a:r>
            <a:r>
              <a:rPr sz="2400" spc="-65" dirty="0">
                <a:latin typeface="Arial MT"/>
                <a:cs typeface="Arial MT"/>
              </a:rPr>
              <a:t> </a:t>
            </a:r>
            <a:r>
              <a:rPr sz="2400" spc="-25" dirty="0">
                <a:latin typeface="Arial MT"/>
                <a:cs typeface="Arial MT"/>
              </a:rPr>
              <a:t>or </a:t>
            </a:r>
            <a:r>
              <a:rPr sz="2400" dirty="0">
                <a:latin typeface="Arial MT"/>
                <a:cs typeface="Arial MT"/>
              </a:rPr>
              <a:t>segmented</a:t>
            </a:r>
            <a:r>
              <a:rPr sz="2400" spc="-145" dirty="0">
                <a:latin typeface="Arial MT"/>
                <a:cs typeface="Arial MT"/>
              </a:rPr>
              <a:t> </a:t>
            </a:r>
            <a:r>
              <a:rPr sz="2400" spc="-10" dirty="0">
                <a:latin typeface="Arial MT"/>
                <a:cs typeface="Arial MT"/>
              </a:rPr>
              <a:t>image.</a:t>
            </a:r>
            <a:endParaRPr sz="2400">
              <a:latin typeface="Arial MT"/>
              <a:cs typeface="Arial MT"/>
            </a:endParaRPr>
          </a:p>
          <a:p>
            <a:pPr marL="227329" indent="-214629">
              <a:lnSpc>
                <a:spcPct val="100000"/>
              </a:lnSpc>
              <a:spcBef>
                <a:spcPts val="600"/>
              </a:spcBef>
              <a:buChar char="•"/>
              <a:tabLst>
                <a:tab pos="227329" algn="l"/>
              </a:tabLst>
            </a:pPr>
            <a:r>
              <a:rPr sz="2400" dirty="0">
                <a:latin typeface="Arial MT"/>
                <a:cs typeface="Arial MT"/>
              </a:rPr>
              <a:t>Input</a:t>
            </a:r>
            <a:r>
              <a:rPr sz="2400" spc="-45" dirty="0">
                <a:latin typeface="Arial MT"/>
                <a:cs typeface="Arial MT"/>
              </a:rPr>
              <a:t> </a:t>
            </a:r>
            <a:r>
              <a:rPr sz="2400" dirty="0">
                <a:latin typeface="Arial MT"/>
                <a:cs typeface="Arial MT"/>
              </a:rPr>
              <a:t>is</a:t>
            </a:r>
            <a:r>
              <a:rPr sz="2400" spc="-50" dirty="0">
                <a:latin typeface="Arial MT"/>
                <a:cs typeface="Arial MT"/>
              </a:rPr>
              <a:t> </a:t>
            </a:r>
            <a:r>
              <a:rPr sz="2400" dirty="0">
                <a:latin typeface="Arial MT"/>
                <a:cs typeface="Arial MT"/>
              </a:rPr>
              <a:t>image</a:t>
            </a:r>
            <a:r>
              <a:rPr sz="2400" spc="-55" dirty="0">
                <a:latin typeface="Arial MT"/>
                <a:cs typeface="Arial MT"/>
              </a:rPr>
              <a:t> </a:t>
            </a:r>
            <a:r>
              <a:rPr sz="2400" dirty="0">
                <a:latin typeface="Arial MT"/>
                <a:cs typeface="Arial MT"/>
              </a:rPr>
              <a:t>but</a:t>
            </a:r>
            <a:r>
              <a:rPr sz="2400" spc="-40" dirty="0">
                <a:latin typeface="Arial MT"/>
                <a:cs typeface="Arial MT"/>
              </a:rPr>
              <a:t> </a:t>
            </a:r>
            <a:r>
              <a:rPr sz="2400" dirty="0">
                <a:latin typeface="Arial MT"/>
                <a:cs typeface="Arial MT"/>
              </a:rPr>
              <a:t>output</a:t>
            </a:r>
            <a:r>
              <a:rPr sz="2400" spc="-55" dirty="0">
                <a:latin typeface="Arial MT"/>
                <a:cs typeface="Arial MT"/>
              </a:rPr>
              <a:t> </a:t>
            </a:r>
            <a:r>
              <a:rPr sz="2400" dirty="0">
                <a:latin typeface="Arial MT"/>
                <a:cs typeface="Arial MT"/>
              </a:rPr>
              <a:t>is</a:t>
            </a:r>
            <a:r>
              <a:rPr sz="2400" spc="-50" dirty="0">
                <a:latin typeface="Arial MT"/>
                <a:cs typeface="Arial MT"/>
              </a:rPr>
              <a:t> </a:t>
            </a:r>
            <a:r>
              <a:rPr sz="2400" spc="-10" dirty="0">
                <a:latin typeface="Arial MT"/>
                <a:cs typeface="Arial MT"/>
              </a:rPr>
              <a:t>features</a:t>
            </a:r>
            <a:endParaRPr sz="2400">
              <a:latin typeface="Arial MT"/>
              <a:cs typeface="Arial M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High</a:t>
            </a:r>
            <a:r>
              <a:rPr spc="-125" dirty="0"/>
              <a:t> </a:t>
            </a:r>
            <a:r>
              <a:rPr spc="-10" dirty="0"/>
              <a:t>Level</a:t>
            </a:r>
          </a:p>
        </p:txBody>
      </p:sp>
      <p:pic>
        <p:nvPicPr>
          <p:cNvPr id="3" name="object 3"/>
          <p:cNvPicPr/>
          <p:nvPr/>
        </p:nvPicPr>
        <p:blipFill>
          <a:blip r:embed="rId2" cstate="print"/>
          <a:stretch>
            <a:fillRect/>
          </a:stretch>
        </p:blipFill>
        <p:spPr>
          <a:xfrm>
            <a:off x="590397" y="1580756"/>
            <a:ext cx="7768284" cy="4491596"/>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High</a:t>
            </a:r>
            <a:r>
              <a:rPr spc="-125" dirty="0"/>
              <a:t> </a:t>
            </a:r>
            <a:r>
              <a:rPr spc="-10" dirty="0"/>
              <a:t>Level</a:t>
            </a:r>
          </a:p>
        </p:txBody>
      </p:sp>
      <p:pic>
        <p:nvPicPr>
          <p:cNvPr id="3" name="object 3"/>
          <p:cNvPicPr/>
          <p:nvPr/>
        </p:nvPicPr>
        <p:blipFill>
          <a:blip r:embed="rId2" cstate="print"/>
          <a:stretch>
            <a:fillRect/>
          </a:stretch>
        </p:blipFill>
        <p:spPr>
          <a:xfrm>
            <a:off x="609521" y="1599831"/>
            <a:ext cx="7844561" cy="5015522"/>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High</a:t>
            </a:r>
            <a:r>
              <a:rPr spc="-125" dirty="0"/>
              <a:t> </a:t>
            </a:r>
            <a:r>
              <a:rPr spc="-10" dirty="0"/>
              <a:t>Level</a:t>
            </a:r>
          </a:p>
        </p:txBody>
      </p:sp>
      <p:sp>
        <p:nvSpPr>
          <p:cNvPr id="3" name="object 3"/>
          <p:cNvSpPr txBox="1"/>
          <p:nvPr/>
        </p:nvSpPr>
        <p:spPr>
          <a:xfrm>
            <a:off x="217335" y="1991423"/>
            <a:ext cx="8168005" cy="1641475"/>
          </a:xfrm>
          <a:prstGeom prst="rect">
            <a:avLst/>
          </a:prstGeom>
        </p:spPr>
        <p:txBody>
          <a:bodyPr vert="horz" wrap="square" lIns="0" tIns="12700" rIns="0" bIns="0" rtlCol="0">
            <a:spAutoFit/>
          </a:bodyPr>
          <a:lstStyle/>
          <a:p>
            <a:pPr marL="12700" marR="5080">
              <a:lnSpc>
                <a:spcPct val="100000"/>
              </a:lnSpc>
              <a:spcBef>
                <a:spcPts val="100"/>
              </a:spcBef>
            </a:pPr>
            <a:r>
              <a:rPr sz="2400" dirty="0">
                <a:latin typeface="Arial MT"/>
                <a:cs typeface="Arial MT"/>
              </a:rPr>
              <a:t>Generates</a:t>
            </a:r>
            <a:r>
              <a:rPr sz="2400" spc="-75" dirty="0">
                <a:latin typeface="Arial MT"/>
                <a:cs typeface="Arial MT"/>
              </a:rPr>
              <a:t> </a:t>
            </a:r>
            <a:r>
              <a:rPr sz="2400" dirty="0">
                <a:latin typeface="Arial MT"/>
                <a:cs typeface="Arial MT"/>
              </a:rPr>
              <a:t>the</a:t>
            </a:r>
            <a:r>
              <a:rPr sz="2400" spc="-70" dirty="0">
                <a:latin typeface="Arial MT"/>
                <a:cs typeface="Arial MT"/>
              </a:rPr>
              <a:t> </a:t>
            </a:r>
            <a:r>
              <a:rPr sz="2400" dirty="0">
                <a:latin typeface="Arial MT"/>
                <a:cs typeface="Arial MT"/>
              </a:rPr>
              <a:t>analysis</a:t>
            </a:r>
            <a:r>
              <a:rPr sz="2400" spc="-75" dirty="0">
                <a:latin typeface="Arial MT"/>
                <a:cs typeface="Arial MT"/>
              </a:rPr>
              <a:t> </a:t>
            </a:r>
            <a:r>
              <a:rPr sz="2400" dirty="0">
                <a:latin typeface="Arial MT"/>
                <a:cs typeface="Arial MT"/>
              </a:rPr>
              <a:t>or</a:t>
            </a:r>
            <a:r>
              <a:rPr sz="2400" spc="-60" dirty="0">
                <a:latin typeface="Arial MT"/>
                <a:cs typeface="Arial MT"/>
              </a:rPr>
              <a:t> </a:t>
            </a:r>
            <a:r>
              <a:rPr sz="2400" dirty="0">
                <a:latin typeface="Arial MT"/>
                <a:cs typeface="Arial MT"/>
              </a:rPr>
              <a:t>description</a:t>
            </a:r>
            <a:r>
              <a:rPr sz="2400" spc="-80" dirty="0">
                <a:latin typeface="Arial MT"/>
                <a:cs typeface="Arial MT"/>
              </a:rPr>
              <a:t> </a:t>
            </a:r>
            <a:r>
              <a:rPr sz="2400" dirty="0">
                <a:latin typeface="Arial MT"/>
                <a:cs typeface="Arial MT"/>
              </a:rPr>
              <a:t>of</a:t>
            </a:r>
            <a:r>
              <a:rPr sz="2400" spc="-65" dirty="0">
                <a:latin typeface="Arial MT"/>
                <a:cs typeface="Arial MT"/>
              </a:rPr>
              <a:t> </a:t>
            </a:r>
            <a:r>
              <a:rPr sz="2400" dirty="0">
                <a:latin typeface="Arial MT"/>
                <a:cs typeface="Arial MT"/>
              </a:rPr>
              <a:t>image</a:t>
            </a:r>
            <a:r>
              <a:rPr sz="2400" spc="-70" dirty="0">
                <a:latin typeface="Arial MT"/>
                <a:cs typeface="Arial MT"/>
              </a:rPr>
              <a:t> </a:t>
            </a:r>
            <a:r>
              <a:rPr sz="2400" dirty="0">
                <a:latin typeface="Arial MT"/>
                <a:cs typeface="Arial MT"/>
              </a:rPr>
              <a:t>such</a:t>
            </a:r>
            <a:r>
              <a:rPr sz="2400" spc="-80" dirty="0">
                <a:latin typeface="Arial MT"/>
                <a:cs typeface="Arial MT"/>
              </a:rPr>
              <a:t> </a:t>
            </a:r>
            <a:r>
              <a:rPr sz="2400" dirty="0">
                <a:latin typeface="Arial MT"/>
                <a:cs typeface="Arial MT"/>
              </a:rPr>
              <a:t>as</a:t>
            </a:r>
            <a:r>
              <a:rPr sz="2400" spc="-75" dirty="0">
                <a:latin typeface="Arial MT"/>
                <a:cs typeface="Arial MT"/>
              </a:rPr>
              <a:t> </a:t>
            </a:r>
            <a:r>
              <a:rPr sz="2400" spc="-20" dirty="0">
                <a:latin typeface="Arial MT"/>
                <a:cs typeface="Arial MT"/>
              </a:rPr>
              <a:t>what </a:t>
            </a:r>
            <a:r>
              <a:rPr sz="2400" dirty="0">
                <a:latin typeface="Arial MT"/>
                <a:cs typeface="Arial MT"/>
              </a:rPr>
              <a:t>is</a:t>
            </a:r>
            <a:r>
              <a:rPr sz="2400" spc="-45" dirty="0">
                <a:latin typeface="Arial MT"/>
                <a:cs typeface="Arial MT"/>
              </a:rPr>
              <a:t> </a:t>
            </a:r>
            <a:r>
              <a:rPr sz="2400" dirty="0">
                <a:latin typeface="Arial MT"/>
                <a:cs typeface="Arial MT"/>
              </a:rPr>
              <a:t>in</a:t>
            </a:r>
            <a:r>
              <a:rPr sz="2400" spc="-50" dirty="0">
                <a:latin typeface="Arial MT"/>
                <a:cs typeface="Arial MT"/>
              </a:rPr>
              <a:t> </a:t>
            </a:r>
            <a:r>
              <a:rPr sz="2400" dirty="0">
                <a:latin typeface="Arial MT"/>
                <a:cs typeface="Arial MT"/>
              </a:rPr>
              <a:t>the</a:t>
            </a:r>
            <a:r>
              <a:rPr sz="2400" spc="-45" dirty="0">
                <a:latin typeface="Arial MT"/>
                <a:cs typeface="Arial MT"/>
              </a:rPr>
              <a:t> </a:t>
            </a:r>
            <a:r>
              <a:rPr sz="2400" dirty="0">
                <a:latin typeface="Arial MT"/>
                <a:cs typeface="Arial MT"/>
              </a:rPr>
              <a:t>image</a:t>
            </a:r>
            <a:r>
              <a:rPr sz="2400" spc="-45" dirty="0">
                <a:latin typeface="Arial MT"/>
                <a:cs typeface="Arial MT"/>
              </a:rPr>
              <a:t> </a:t>
            </a:r>
            <a:r>
              <a:rPr sz="2400" dirty="0">
                <a:latin typeface="Arial MT"/>
                <a:cs typeface="Arial MT"/>
              </a:rPr>
              <a:t>or</a:t>
            </a:r>
            <a:r>
              <a:rPr sz="2400" spc="-45" dirty="0">
                <a:latin typeface="Arial MT"/>
                <a:cs typeface="Arial MT"/>
              </a:rPr>
              <a:t> </a:t>
            </a:r>
            <a:r>
              <a:rPr sz="2400" dirty="0">
                <a:latin typeface="Arial MT"/>
                <a:cs typeface="Arial MT"/>
              </a:rPr>
              <a:t>what</a:t>
            </a:r>
            <a:r>
              <a:rPr sz="2400" spc="-40" dirty="0">
                <a:latin typeface="Arial MT"/>
                <a:cs typeface="Arial MT"/>
              </a:rPr>
              <a:t> </a:t>
            </a:r>
            <a:r>
              <a:rPr sz="2400" dirty="0">
                <a:latin typeface="Arial MT"/>
                <a:cs typeface="Arial MT"/>
              </a:rPr>
              <a:t>is</a:t>
            </a:r>
            <a:r>
              <a:rPr sz="2400" spc="-45" dirty="0">
                <a:latin typeface="Arial MT"/>
                <a:cs typeface="Arial MT"/>
              </a:rPr>
              <a:t> </a:t>
            </a:r>
            <a:r>
              <a:rPr sz="2400" dirty="0">
                <a:latin typeface="Arial MT"/>
                <a:cs typeface="Arial MT"/>
              </a:rPr>
              <a:t>image</a:t>
            </a:r>
            <a:r>
              <a:rPr sz="2400" spc="-50" dirty="0">
                <a:latin typeface="Arial MT"/>
                <a:cs typeface="Arial MT"/>
              </a:rPr>
              <a:t> </a:t>
            </a:r>
            <a:r>
              <a:rPr sz="2400" spc="-10" dirty="0">
                <a:latin typeface="Arial MT"/>
                <a:cs typeface="Arial MT"/>
              </a:rPr>
              <a:t>about.</a:t>
            </a:r>
            <a:endParaRPr sz="2400">
              <a:latin typeface="Arial MT"/>
              <a:cs typeface="Arial MT"/>
            </a:endParaRPr>
          </a:p>
          <a:p>
            <a:pPr marL="227329" indent="-214629">
              <a:lnSpc>
                <a:spcPct val="100000"/>
              </a:lnSpc>
              <a:spcBef>
                <a:spcPts val="595"/>
              </a:spcBef>
              <a:buChar char="•"/>
              <a:tabLst>
                <a:tab pos="227329" algn="l"/>
              </a:tabLst>
            </a:pPr>
            <a:r>
              <a:rPr sz="2400" dirty="0">
                <a:latin typeface="Arial MT"/>
                <a:cs typeface="Arial MT"/>
              </a:rPr>
              <a:t>For</a:t>
            </a:r>
            <a:r>
              <a:rPr sz="2400" spc="-45" dirty="0">
                <a:latin typeface="Arial MT"/>
                <a:cs typeface="Arial MT"/>
              </a:rPr>
              <a:t> </a:t>
            </a:r>
            <a:r>
              <a:rPr sz="2400" dirty="0">
                <a:latin typeface="Arial MT"/>
                <a:cs typeface="Arial MT"/>
              </a:rPr>
              <a:t>this</a:t>
            </a:r>
            <a:r>
              <a:rPr sz="2400" spc="-45" dirty="0">
                <a:latin typeface="Arial MT"/>
                <a:cs typeface="Arial MT"/>
              </a:rPr>
              <a:t> </a:t>
            </a:r>
            <a:r>
              <a:rPr sz="2400" dirty="0">
                <a:latin typeface="Arial MT"/>
                <a:cs typeface="Arial MT"/>
              </a:rPr>
              <a:t>low</a:t>
            </a:r>
            <a:r>
              <a:rPr sz="2400" spc="-55" dirty="0">
                <a:latin typeface="Arial MT"/>
                <a:cs typeface="Arial MT"/>
              </a:rPr>
              <a:t> </a:t>
            </a:r>
            <a:r>
              <a:rPr sz="2400" dirty="0">
                <a:latin typeface="Arial MT"/>
                <a:cs typeface="Arial MT"/>
              </a:rPr>
              <a:t>and</a:t>
            </a:r>
            <a:r>
              <a:rPr sz="2400" spc="-55" dirty="0">
                <a:latin typeface="Arial MT"/>
                <a:cs typeface="Arial MT"/>
              </a:rPr>
              <a:t> </a:t>
            </a:r>
            <a:r>
              <a:rPr sz="2400" dirty="0">
                <a:latin typeface="Arial MT"/>
                <a:cs typeface="Arial MT"/>
              </a:rPr>
              <a:t>middle</a:t>
            </a:r>
            <a:r>
              <a:rPr sz="2400" spc="-55" dirty="0">
                <a:latin typeface="Arial MT"/>
                <a:cs typeface="Arial MT"/>
              </a:rPr>
              <a:t> </a:t>
            </a:r>
            <a:r>
              <a:rPr sz="2400" spc="-10" dirty="0">
                <a:latin typeface="Arial MT"/>
                <a:cs typeface="Arial MT"/>
              </a:rPr>
              <a:t>processing</a:t>
            </a:r>
            <a:r>
              <a:rPr sz="2400" spc="-60" dirty="0">
                <a:latin typeface="Arial MT"/>
                <a:cs typeface="Arial MT"/>
              </a:rPr>
              <a:t> </a:t>
            </a:r>
            <a:r>
              <a:rPr sz="2400" dirty="0">
                <a:latin typeface="Arial MT"/>
                <a:cs typeface="Arial MT"/>
              </a:rPr>
              <a:t>is</a:t>
            </a:r>
            <a:r>
              <a:rPr sz="2400" spc="-40" dirty="0">
                <a:latin typeface="Arial MT"/>
                <a:cs typeface="Arial MT"/>
              </a:rPr>
              <a:t> </a:t>
            </a:r>
            <a:r>
              <a:rPr sz="2400" spc="-10" dirty="0">
                <a:latin typeface="Arial MT"/>
                <a:cs typeface="Arial MT"/>
              </a:rPr>
              <a:t>required.</a:t>
            </a:r>
            <a:endParaRPr sz="2400">
              <a:latin typeface="Arial MT"/>
              <a:cs typeface="Arial MT"/>
            </a:endParaRPr>
          </a:p>
          <a:p>
            <a:pPr marL="227329" indent="-214629">
              <a:lnSpc>
                <a:spcPct val="100000"/>
              </a:lnSpc>
              <a:spcBef>
                <a:spcPts val="605"/>
              </a:spcBef>
              <a:buChar char="•"/>
              <a:tabLst>
                <a:tab pos="227329" algn="l"/>
              </a:tabLst>
            </a:pPr>
            <a:r>
              <a:rPr sz="2400" dirty="0">
                <a:latin typeface="Arial MT"/>
                <a:cs typeface="Arial MT"/>
              </a:rPr>
              <a:t>Output</a:t>
            </a:r>
            <a:r>
              <a:rPr sz="2400" spc="-60" dirty="0">
                <a:latin typeface="Arial MT"/>
                <a:cs typeface="Arial MT"/>
              </a:rPr>
              <a:t> </a:t>
            </a:r>
            <a:r>
              <a:rPr sz="2400" dirty="0">
                <a:latin typeface="Arial MT"/>
                <a:cs typeface="Arial MT"/>
              </a:rPr>
              <a:t>is</a:t>
            </a:r>
            <a:r>
              <a:rPr sz="2400" spc="-55" dirty="0">
                <a:latin typeface="Arial MT"/>
                <a:cs typeface="Arial MT"/>
              </a:rPr>
              <a:t> </a:t>
            </a:r>
            <a:r>
              <a:rPr sz="2400" dirty="0">
                <a:latin typeface="Arial MT"/>
                <a:cs typeface="Arial MT"/>
              </a:rPr>
              <a:t>detection</a:t>
            </a:r>
            <a:r>
              <a:rPr sz="2400" spc="-55" dirty="0">
                <a:latin typeface="Arial MT"/>
                <a:cs typeface="Arial MT"/>
              </a:rPr>
              <a:t> </a:t>
            </a:r>
            <a:r>
              <a:rPr sz="2400" dirty="0">
                <a:latin typeface="Arial MT"/>
                <a:cs typeface="Arial MT"/>
              </a:rPr>
              <a:t>of</a:t>
            </a:r>
            <a:r>
              <a:rPr sz="2400" spc="-60" dirty="0">
                <a:latin typeface="Arial MT"/>
                <a:cs typeface="Arial MT"/>
              </a:rPr>
              <a:t> </a:t>
            </a:r>
            <a:r>
              <a:rPr sz="2400" dirty="0">
                <a:latin typeface="Arial MT"/>
                <a:cs typeface="Arial MT"/>
              </a:rPr>
              <a:t>object</a:t>
            </a:r>
            <a:r>
              <a:rPr sz="2400" spc="-55" dirty="0">
                <a:latin typeface="Arial MT"/>
                <a:cs typeface="Arial MT"/>
              </a:rPr>
              <a:t> </a:t>
            </a:r>
            <a:r>
              <a:rPr sz="2400" dirty="0">
                <a:latin typeface="Arial MT"/>
                <a:cs typeface="Arial MT"/>
              </a:rPr>
              <a:t>or</a:t>
            </a:r>
            <a:r>
              <a:rPr sz="2400" spc="-50" dirty="0">
                <a:latin typeface="Arial MT"/>
                <a:cs typeface="Arial MT"/>
              </a:rPr>
              <a:t> </a:t>
            </a:r>
            <a:r>
              <a:rPr sz="2400" dirty="0">
                <a:latin typeface="Arial MT"/>
                <a:cs typeface="Arial MT"/>
              </a:rPr>
              <a:t>description</a:t>
            </a:r>
            <a:r>
              <a:rPr sz="2400" spc="-60" dirty="0">
                <a:latin typeface="Arial MT"/>
                <a:cs typeface="Arial MT"/>
              </a:rPr>
              <a:t> </a:t>
            </a:r>
            <a:r>
              <a:rPr sz="2400" dirty="0">
                <a:latin typeface="Arial MT"/>
                <a:cs typeface="Arial MT"/>
              </a:rPr>
              <a:t>of</a:t>
            </a:r>
            <a:r>
              <a:rPr sz="2400" spc="-60" dirty="0">
                <a:latin typeface="Arial MT"/>
                <a:cs typeface="Arial MT"/>
              </a:rPr>
              <a:t> </a:t>
            </a:r>
            <a:r>
              <a:rPr sz="2400" dirty="0">
                <a:latin typeface="Arial MT"/>
                <a:cs typeface="Arial MT"/>
              </a:rPr>
              <a:t>the</a:t>
            </a:r>
            <a:r>
              <a:rPr sz="2400" spc="-55" dirty="0">
                <a:latin typeface="Arial MT"/>
                <a:cs typeface="Arial MT"/>
              </a:rPr>
              <a:t> </a:t>
            </a:r>
            <a:r>
              <a:rPr sz="2400" spc="-10" dirty="0">
                <a:latin typeface="Arial MT"/>
                <a:cs typeface="Arial MT"/>
              </a:rPr>
              <a:t>image.</a:t>
            </a:r>
            <a:endParaRPr sz="2400">
              <a:latin typeface="Arial MT"/>
              <a:cs typeface="Arial M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7A981-5755-4CA1-A02A-3C99F988444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6359979-56E3-4E9B-9636-492BD6BD1CFE}"/>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505F6236-7262-45D1-A854-9D7D227B8A90}"/>
              </a:ext>
            </a:extLst>
          </p:cNvPr>
          <p:cNvSpPr txBox="1"/>
          <p:nvPr/>
        </p:nvSpPr>
        <p:spPr>
          <a:xfrm>
            <a:off x="1066800" y="304395"/>
            <a:ext cx="6858000" cy="6249211"/>
          </a:xfrm>
          <a:prstGeom prst="rect">
            <a:avLst/>
          </a:prstGeom>
          <a:noFill/>
        </p:spPr>
        <p:txBody>
          <a:bodyPr wrap="square">
            <a:spAutoFit/>
          </a:bodyPr>
          <a:lstStyle/>
          <a:p>
            <a:pPr marL="0" marR="0">
              <a:lnSpc>
                <a:spcPct val="107000"/>
              </a:lnSpc>
              <a:spcBef>
                <a:spcPts val="0"/>
              </a:spcBef>
              <a:spcAft>
                <a:spcPts val="800"/>
              </a:spcAft>
            </a:pPr>
            <a:r>
              <a:rPr lang="en-US" sz="4000" b="1" dirty="0">
                <a:effectLst/>
                <a:latin typeface="Times New Roman" panose="02020603050405020304" pitchFamily="18" charset="0"/>
                <a:ea typeface="Times New Roman" panose="02020603050405020304" pitchFamily="18" charset="0"/>
                <a:cs typeface="Times New Roman" panose="02020603050405020304" pitchFamily="18" charset="0"/>
              </a:rPr>
              <a:t>Image Synthesis Process(stages)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Scene Description</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3D Object Modeling</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Lighting and Materials</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Camera/Viewpoint Setup</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Rendering</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Final Digital Image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650880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ED34B-84DC-48D4-956E-222BDF19CC20}"/>
              </a:ext>
            </a:extLst>
          </p:cNvPr>
          <p:cNvSpPr>
            <a:spLocks noGrp="1"/>
          </p:cNvSpPr>
          <p:nvPr>
            <p:ph type="title"/>
          </p:nvPr>
        </p:nvSpPr>
        <p:spPr>
          <a:xfrm>
            <a:off x="628650" y="517526"/>
            <a:ext cx="8610600" cy="2013837"/>
          </a:xfrm>
        </p:spPr>
        <p:txBody>
          <a:bodyPr/>
          <a:lstStyle/>
          <a:p>
            <a:endParaRPr lang="en-US"/>
          </a:p>
        </p:txBody>
      </p:sp>
      <p:graphicFrame>
        <p:nvGraphicFramePr>
          <p:cNvPr id="4" name="Content Placeholder 3">
            <a:extLst>
              <a:ext uri="{FF2B5EF4-FFF2-40B4-BE49-F238E27FC236}">
                <a16:creationId xmlns:a16="http://schemas.microsoft.com/office/drawing/2014/main" id="{5A6C5E19-5D70-4580-BAF7-E7DE9AB950A2}"/>
              </a:ext>
            </a:extLst>
          </p:cNvPr>
          <p:cNvGraphicFramePr>
            <a:graphicFrameLocks noGrp="1"/>
          </p:cNvGraphicFramePr>
          <p:nvPr>
            <p:ph idx="1"/>
            <p:extLst>
              <p:ext uri="{D42A27DB-BD31-4B8C-83A1-F6EECF244321}">
                <p14:modId xmlns:p14="http://schemas.microsoft.com/office/powerpoint/2010/main" val="1103241246"/>
              </p:ext>
            </p:extLst>
          </p:nvPr>
        </p:nvGraphicFramePr>
        <p:xfrm>
          <a:off x="457200" y="609600"/>
          <a:ext cx="8610600" cy="6096055"/>
        </p:xfrm>
        <a:graphic>
          <a:graphicData uri="http://schemas.openxmlformats.org/drawingml/2006/table">
            <a:tbl>
              <a:tblPr firstRow="1" firstCol="1" bandRow="1">
                <a:tableStyleId>{5C22544A-7EE6-4342-B048-85BDC9FD1C3A}</a:tableStyleId>
              </a:tblPr>
              <a:tblGrid>
                <a:gridCol w="1081525">
                  <a:extLst>
                    <a:ext uri="{9D8B030D-6E8A-4147-A177-3AD203B41FA5}">
                      <a16:colId xmlns:a16="http://schemas.microsoft.com/office/drawing/2014/main" val="3219147048"/>
                    </a:ext>
                  </a:extLst>
                </a:gridCol>
                <a:gridCol w="4658875">
                  <a:extLst>
                    <a:ext uri="{9D8B030D-6E8A-4147-A177-3AD203B41FA5}">
                      <a16:colId xmlns:a16="http://schemas.microsoft.com/office/drawing/2014/main" val="4127093223"/>
                    </a:ext>
                  </a:extLst>
                </a:gridCol>
                <a:gridCol w="2870200">
                  <a:extLst>
                    <a:ext uri="{9D8B030D-6E8A-4147-A177-3AD203B41FA5}">
                      <a16:colId xmlns:a16="http://schemas.microsoft.com/office/drawing/2014/main" val="1069531542"/>
                    </a:ext>
                  </a:extLst>
                </a:gridCol>
              </a:tblGrid>
              <a:tr h="554901">
                <a:tc>
                  <a:txBody>
                    <a:bodyPr/>
                    <a:lstStyle/>
                    <a:p>
                      <a:pPr marL="0" marR="0" algn="ctr">
                        <a:lnSpc>
                          <a:spcPct val="107000"/>
                        </a:lnSpc>
                        <a:spcBef>
                          <a:spcPts val="0"/>
                        </a:spcBef>
                        <a:spcAft>
                          <a:spcPts val="0"/>
                        </a:spcAft>
                      </a:pPr>
                      <a:r>
                        <a:rPr lang="en-US" sz="1800">
                          <a:effectLst/>
                        </a:rPr>
                        <a:t>Step</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a:effectLst/>
                        </a:rPr>
                        <a:t>Description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800">
                          <a:effectLst/>
                        </a:rPr>
                        <a:t>Example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24849959"/>
                  </a:ext>
                </a:extLst>
              </a:tr>
              <a:tr h="554901">
                <a:tc>
                  <a:txBody>
                    <a:bodyPr/>
                    <a:lstStyle/>
                    <a:p>
                      <a:pPr marL="0" marR="0">
                        <a:lnSpc>
                          <a:spcPct val="107000"/>
                        </a:lnSpc>
                        <a:spcBef>
                          <a:spcPts val="0"/>
                        </a:spcBef>
                        <a:spcAft>
                          <a:spcPts val="0"/>
                        </a:spcAft>
                      </a:pPr>
                      <a:r>
                        <a:rPr lang="en-US" sz="1800">
                          <a:effectLst/>
                        </a:rPr>
                        <a:t>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dirty="0">
                          <a:effectLst/>
                        </a:rPr>
                        <a:t>Scene Description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a:effectLst/>
                        </a:rPr>
                        <a:t>Define objects, environment, and camera</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37354971"/>
                  </a:ext>
                </a:extLst>
              </a:tr>
              <a:tr h="554901">
                <a:tc>
                  <a:txBody>
                    <a:bodyPr/>
                    <a:lstStyle/>
                    <a:p>
                      <a:pPr marL="0" marR="0">
                        <a:lnSpc>
                          <a:spcPct val="107000"/>
                        </a:lnSpc>
                        <a:spcBef>
                          <a:spcPts val="0"/>
                        </a:spcBef>
                        <a:spcAft>
                          <a:spcPts val="0"/>
                        </a:spcAft>
                      </a:pPr>
                      <a:r>
                        <a:rPr lang="en-US" sz="1800">
                          <a:effectLst/>
                        </a:rPr>
                        <a:t>2</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dirty="0">
                          <a:effectLst/>
                        </a:rPr>
                        <a:t>Geometric Modeling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a:effectLst/>
                        </a:rPr>
                        <a:t>Build 2D/3D object shapes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9329447"/>
                  </a:ext>
                </a:extLst>
              </a:tr>
              <a:tr h="1081766">
                <a:tc>
                  <a:txBody>
                    <a:bodyPr/>
                    <a:lstStyle/>
                    <a:p>
                      <a:pPr marL="0" marR="0">
                        <a:lnSpc>
                          <a:spcPct val="107000"/>
                        </a:lnSpc>
                        <a:spcBef>
                          <a:spcPts val="0"/>
                        </a:spcBef>
                        <a:spcAft>
                          <a:spcPts val="0"/>
                        </a:spcAft>
                      </a:pPr>
                      <a:r>
                        <a:rPr lang="en-US" sz="1800">
                          <a:effectLst/>
                        </a:rPr>
                        <a:t>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a:effectLst/>
                        </a:rPr>
                        <a:t>Material &amp; Texture Assignment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a:effectLst/>
                        </a:rPr>
                        <a:t>Apply colors, textures, and surface properties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03545539"/>
                  </a:ext>
                </a:extLst>
              </a:tr>
              <a:tr h="1081766">
                <a:tc>
                  <a:txBody>
                    <a:bodyPr/>
                    <a:lstStyle/>
                    <a:p>
                      <a:pPr marL="0" marR="0">
                        <a:lnSpc>
                          <a:spcPct val="107000"/>
                        </a:lnSpc>
                        <a:spcBef>
                          <a:spcPts val="0"/>
                        </a:spcBef>
                        <a:spcAft>
                          <a:spcPts val="0"/>
                        </a:spcAft>
                      </a:pPr>
                      <a:r>
                        <a:rPr lang="en-US" sz="1800">
                          <a:effectLst/>
                        </a:rPr>
                        <a:t>4</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a:effectLst/>
                        </a:rPr>
                        <a:t>Lighting Setup</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a:effectLst/>
                        </a:rPr>
                        <a:t>Add ambient, point, directional, or spot lights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866033269"/>
                  </a:ext>
                </a:extLst>
              </a:tr>
              <a:tr h="554901">
                <a:tc>
                  <a:txBody>
                    <a:bodyPr/>
                    <a:lstStyle/>
                    <a:p>
                      <a:pPr marL="0" marR="0">
                        <a:lnSpc>
                          <a:spcPct val="107000"/>
                        </a:lnSpc>
                        <a:spcBef>
                          <a:spcPts val="0"/>
                        </a:spcBef>
                        <a:spcAft>
                          <a:spcPts val="0"/>
                        </a:spcAft>
                      </a:pPr>
                      <a:r>
                        <a:rPr lang="en-US" sz="1800">
                          <a:effectLst/>
                        </a:rPr>
                        <a:t>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a:effectLst/>
                        </a:rPr>
                        <a:t>Camera Configuration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a:effectLst/>
                        </a:rPr>
                        <a:t>Choose viewpoint and perspective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83385256"/>
                  </a:ext>
                </a:extLst>
              </a:tr>
              <a:tr h="554901">
                <a:tc>
                  <a:txBody>
                    <a:bodyPr/>
                    <a:lstStyle/>
                    <a:p>
                      <a:pPr marL="0" marR="0">
                        <a:lnSpc>
                          <a:spcPct val="107000"/>
                        </a:lnSpc>
                        <a:spcBef>
                          <a:spcPts val="0"/>
                        </a:spcBef>
                        <a:spcAft>
                          <a:spcPts val="0"/>
                        </a:spcAft>
                      </a:pPr>
                      <a:r>
                        <a:rPr lang="en-US" sz="1800">
                          <a:effectLst/>
                        </a:rPr>
                        <a:t>6</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a:effectLst/>
                        </a:rPr>
                        <a:t>Hidden Surface Removal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a:effectLst/>
                        </a:rPr>
                        <a:t>Remove invisible surfaces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9392096"/>
                  </a:ext>
                </a:extLst>
              </a:tr>
              <a:tr h="1081766">
                <a:tc>
                  <a:txBody>
                    <a:bodyPr/>
                    <a:lstStyle/>
                    <a:p>
                      <a:pPr marL="0" marR="0">
                        <a:lnSpc>
                          <a:spcPct val="107000"/>
                        </a:lnSpc>
                        <a:spcBef>
                          <a:spcPts val="0"/>
                        </a:spcBef>
                        <a:spcAft>
                          <a:spcPts val="0"/>
                        </a:spcAft>
                      </a:pPr>
                      <a:r>
                        <a:rPr lang="en-US" sz="1800">
                          <a:effectLst/>
                        </a:rPr>
                        <a:t>7</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a:effectLst/>
                        </a:rPr>
                        <a:t>Rendering</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800" dirty="0">
                          <a:effectLst/>
                        </a:rPr>
                        <a:t>Generate the final 2D image from the 3D scene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00340087"/>
                  </a:ext>
                </a:extLst>
              </a:tr>
            </a:tbl>
          </a:graphicData>
        </a:graphic>
      </p:graphicFrame>
      <p:sp>
        <p:nvSpPr>
          <p:cNvPr id="5" name="Rectangle 1">
            <a:extLst>
              <a:ext uri="{FF2B5EF4-FFF2-40B4-BE49-F238E27FC236}">
                <a16:creationId xmlns:a16="http://schemas.microsoft.com/office/drawing/2014/main" id="{3E5E93E9-CE78-4A17-A012-E57732F35061}"/>
              </a:ext>
            </a:extLst>
          </p:cNvPr>
          <p:cNvSpPr>
            <a:spLocks noChangeArrowheads="1"/>
          </p:cNvSpPr>
          <p:nvPr/>
        </p:nvSpPr>
        <p:spPr bwMode="auto">
          <a:xfrm>
            <a:off x="1295400" y="152400"/>
            <a:ext cx="998330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Summary of the Image Synthesis Process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640580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7436F-6E94-49C0-988E-E1B6FA1A7A1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9788FF-E831-420D-955F-B9C235973ABC}"/>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0267FEDE-3FBE-4D36-B641-83BCCDD5EBB1}"/>
              </a:ext>
            </a:extLst>
          </p:cNvPr>
          <p:cNvSpPr txBox="1"/>
          <p:nvPr/>
        </p:nvSpPr>
        <p:spPr>
          <a:xfrm>
            <a:off x="457200" y="-140150"/>
            <a:ext cx="8153400" cy="6479659"/>
          </a:xfrm>
          <a:prstGeom prst="rect">
            <a:avLst/>
          </a:prstGeom>
          <a:noFill/>
        </p:spPr>
        <p:txBody>
          <a:bodyPr wrap="square">
            <a:spAutoFit/>
          </a:bodyPr>
          <a:lstStyle/>
          <a:p>
            <a:pPr marL="0" marR="0">
              <a:lnSpc>
                <a:spcPct val="107000"/>
              </a:lnSpc>
              <a:spcBef>
                <a:spcPts val="0"/>
              </a:spcBef>
              <a:spcAft>
                <a:spcPts val="800"/>
              </a:spcAft>
            </a:pPr>
            <a:r>
              <a:rPr lang="en-US" sz="4000" b="1" dirty="0">
                <a:effectLst/>
                <a:latin typeface="Times New Roman" panose="02020603050405020304" pitchFamily="18" charset="0"/>
                <a:ea typeface="Times New Roman" panose="02020603050405020304" pitchFamily="18" charset="0"/>
                <a:cs typeface="Times New Roman" panose="02020603050405020304" pitchFamily="18" charset="0"/>
              </a:rPr>
              <a:t>Image Transmission Process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Image Capture</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Compression</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Encoding</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Communication Channel</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Decoding</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Decompression</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Display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055583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984FC-4605-4799-8A47-F9209AE5A602}"/>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4CBE2DAB-1274-4C18-BFF1-8DF64F25EF19}"/>
              </a:ext>
            </a:extLst>
          </p:cNvPr>
          <p:cNvGraphicFramePr>
            <a:graphicFrameLocks noGrp="1"/>
          </p:cNvGraphicFramePr>
          <p:nvPr>
            <p:ph idx="1"/>
            <p:extLst>
              <p:ext uri="{D42A27DB-BD31-4B8C-83A1-F6EECF244321}">
                <p14:modId xmlns:p14="http://schemas.microsoft.com/office/powerpoint/2010/main" val="2675489486"/>
              </p:ext>
            </p:extLst>
          </p:nvPr>
        </p:nvGraphicFramePr>
        <p:xfrm>
          <a:off x="628650" y="609600"/>
          <a:ext cx="7886700" cy="3963924"/>
        </p:xfrm>
        <a:graphic>
          <a:graphicData uri="http://schemas.openxmlformats.org/drawingml/2006/table">
            <a:tbl>
              <a:tblPr firstRow="1" firstCol="1" bandRow="1">
                <a:tableStyleId>{5C22544A-7EE6-4342-B048-85BDC9FD1C3A}</a:tableStyleId>
              </a:tblPr>
              <a:tblGrid>
                <a:gridCol w="914400">
                  <a:extLst>
                    <a:ext uri="{9D8B030D-6E8A-4147-A177-3AD203B41FA5}">
                      <a16:colId xmlns:a16="http://schemas.microsoft.com/office/drawing/2014/main" val="1274919247"/>
                    </a:ext>
                  </a:extLst>
                </a:gridCol>
                <a:gridCol w="6972300">
                  <a:extLst>
                    <a:ext uri="{9D8B030D-6E8A-4147-A177-3AD203B41FA5}">
                      <a16:colId xmlns:a16="http://schemas.microsoft.com/office/drawing/2014/main" val="1960147952"/>
                    </a:ext>
                  </a:extLst>
                </a:gridCol>
              </a:tblGrid>
              <a:tr h="0">
                <a:tc>
                  <a:txBody>
                    <a:bodyPr/>
                    <a:lstStyle/>
                    <a:p>
                      <a:pPr marL="0" marR="0" algn="ctr">
                        <a:lnSpc>
                          <a:spcPct val="107000"/>
                        </a:lnSpc>
                        <a:spcBef>
                          <a:spcPts val="0"/>
                        </a:spcBef>
                        <a:spcAft>
                          <a:spcPts val="0"/>
                        </a:spcAft>
                      </a:pPr>
                      <a:r>
                        <a:rPr lang="en-US" sz="2000">
                          <a:effectLst/>
                        </a:rPr>
                        <a:t>Step</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a:effectLst/>
                        </a:rPr>
                        <a:t>Description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94842590"/>
                  </a:ext>
                </a:extLst>
              </a:tr>
              <a:tr h="0">
                <a:tc>
                  <a:txBody>
                    <a:bodyPr/>
                    <a:lstStyle/>
                    <a:p>
                      <a:pPr marL="0" marR="0">
                        <a:lnSpc>
                          <a:spcPct val="107000"/>
                        </a:lnSpc>
                        <a:spcBef>
                          <a:spcPts val="0"/>
                        </a:spcBef>
                        <a:spcAft>
                          <a:spcPts val="0"/>
                        </a:spcAft>
                      </a:pPr>
                      <a:r>
                        <a:rPr lang="en-US" sz="2000">
                          <a:effectLst/>
                        </a:rPr>
                        <a:t>1</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000">
                          <a:effectLst/>
                        </a:rPr>
                        <a:t>Image Capture – Acquire the image using a camera or scanner</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55379123"/>
                  </a:ext>
                </a:extLst>
              </a:tr>
              <a:tr h="0">
                <a:tc>
                  <a:txBody>
                    <a:bodyPr/>
                    <a:lstStyle/>
                    <a:p>
                      <a:pPr marL="0" marR="0">
                        <a:lnSpc>
                          <a:spcPct val="107000"/>
                        </a:lnSpc>
                        <a:spcBef>
                          <a:spcPts val="0"/>
                        </a:spcBef>
                        <a:spcAft>
                          <a:spcPts val="0"/>
                        </a:spcAft>
                      </a:pPr>
                      <a:r>
                        <a:rPr lang="en-US" sz="2000">
                          <a:effectLst/>
                        </a:rPr>
                        <a:t>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000">
                          <a:effectLst/>
                        </a:rPr>
                        <a:t>Image Digitization – Convert the image into digital pixel values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24019449"/>
                  </a:ext>
                </a:extLst>
              </a:tr>
              <a:tr h="0">
                <a:tc>
                  <a:txBody>
                    <a:bodyPr/>
                    <a:lstStyle/>
                    <a:p>
                      <a:pPr marL="0" marR="0">
                        <a:lnSpc>
                          <a:spcPct val="107000"/>
                        </a:lnSpc>
                        <a:spcBef>
                          <a:spcPts val="0"/>
                        </a:spcBef>
                        <a:spcAft>
                          <a:spcPts val="0"/>
                        </a:spcAft>
                      </a:pPr>
                      <a:r>
                        <a:rPr lang="en-US" sz="2000" dirty="0">
                          <a:effectLst/>
                        </a:rPr>
                        <a:t>3</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000" dirty="0">
                          <a:effectLst/>
                        </a:rPr>
                        <a:t>Image Compression – Reduce file size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5714524"/>
                  </a:ext>
                </a:extLst>
              </a:tr>
              <a:tr h="0">
                <a:tc>
                  <a:txBody>
                    <a:bodyPr/>
                    <a:lstStyle/>
                    <a:p>
                      <a:pPr marL="0" marR="0">
                        <a:lnSpc>
                          <a:spcPct val="107000"/>
                        </a:lnSpc>
                        <a:spcBef>
                          <a:spcPts val="0"/>
                        </a:spcBef>
                        <a:spcAft>
                          <a:spcPts val="0"/>
                        </a:spcAft>
                      </a:pPr>
                      <a:r>
                        <a:rPr lang="en-US" sz="2000">
                          <a:effectLst/>
                        </a:rPr>
                        <a:t>4</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000">
                          <a:effectLst/>
                        </a:rPr>
                        <a:t>Image Encoding – Convert compressed data into a transmission-ready bit stream</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14654853"/>
                  </a:ext>
                </a:extLst>
              </a:tr>
              <a:tr h="0">
                <a:tc>
                  <a:txBody>
                    <a:bodyPr/>
                    <a:lstStyle/>
                    <a:p>
                      <a:pPr marL="0" marR="0">
                        <a:lnSpc>
                          <a:spcPct val="107000"/>
                        </a:lnSpc>
                        <a:spcBef>
                          <a:spcPts val="0"/>
                        </a:spcBef>
                        <a:spcAft>
                          <a:spcPts val="0"/>
                        </a:spcAft>
                      </a:pPr>
                      <a:r>
                        <a:rPr lang="en-US" sz="2000">
                          <a:effectLst/>
                        </a:rPr>
                        <a:t>5</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000">
                          <a:effectLst/>
                        </a:rPr>
                        <a:t>Transmission – Send the data through a wired or wireless channel</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89114178"/>
                  </a:ext>
                </a:extLst>
              </a:tr>
              <a:tr h="0">
                <a:tc>
                  <a:txBody>
                    <a:bodyPr/>
                    <a:lstStyle/>
                    <a:p>
                      <a:pPr marL="0" marR="0">
                        <a:lnSpc>
                          <a:spcPct val="107000"/>
                        </a:lnSpc>
                        <a:spcBef>
                          <a:spcPts val="0"/>
                        </a:spcBef>
                        <a:spcAft>
                          <a:spcPts val="0"/>
                        </a:spcAft>
                      </a:pPr>
                      <a:r>
                        <a:rPr lang="en-US" sz="2000">
                          <a:effectLst/>
                        </a:rPr>
                        <a:t>6</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000">
                          <a:effectLst/>
                        </a:rPr>
                        <a:t>Reception – Receive the transmitted data</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65838311"/>
                  </a:ext>
                </a:extLst>
              </a:tr>
              <a:tr h="0">
                <a:tc>
                  <a:txBody>
                    <a:bodyPr/>
                    <a:lstStyle/>
                    <a:p>
                      <a:pPr marL="0" marR="0">
                        <a:lnSpc>
                          <a:spcPct val="107000"/>
                        </a:lnSpc>
                        <a:spcBef>
                          <a:spcPts val="0"/>
                        </a:spcBef>
                        <a:spcAft>
                          <a:spcPts val="0"/>
                        </a:spcAft>
                      </a:pPr>
                      <a:r>
                        <a:rPr lang="en-US" sz="2000">
                          <a:effectLst/>
                        </a:rPr>
                        <a:t>7</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000">
                          <a:effectLst/>
                        </a:rPr>
                        <a:t>Decoding – Recover the encoded image data</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29452806"/>
                  </a:ext>
                </a:extLst>
              </a:tr>
              <a:tr h="0">
                <a:tc>
                  <a:txBody>
                    <a:bodyPr/>
                    <a:lstStyle/>
                    <a:p>
                      <a:pPr marL="0" marR="0">
                        <a:lnSpc>
                          <a:spcPct val="107000"/>
                        </a:lnSpc>
                        <a:spcBef>
                          <a:spcPts val="0"/>
                        </a:spcBef>
                        <a:spcAft>
                          <a:spcPts val="0"/>
                        </a:spcAft>
                      </a:pPr>
                      <a:r>
                        <a:rPr lang="en-US" sz="2000">
                          <a:effectLst/>
                        </a:rPr>
                        <a:t>8</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000">
                          <a:effectLst/>
                        </a:rPr>
                        <a:t>Decompression – Restore the image from its compressed form</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09885730"/>
                  </a:ext>
                </a:extLst>
              </a:tr>
              <a:tr h="0">
                <a:tc>
                  <a:txBody>
                    <a:bodyPr/>
                    <a:lstStyle/>
                    <a:p>
                      <a:pPr marL="0" marR="0">
                        <a:lnSpc>
                          <a:spcPct val="107000"/>
                        </a:lnSpc>
                        <a:spcBef>
                          <a:spcPts val="0"/>
                        </a:spcBef>
                        <a:spcAft>
                          <a:spcPts val="0"/>
                        </a:spcAft>
                      </a:pPr>
                      <a:r>
                        <a:rPr lang="en-US" sz="2000">
                          <a:effectLst/>
                        </a:rPr>
                        <a:t>9</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000">
                          <a:effectLst/>
                        </a:rPr>
                        <a:t>Reconstruction – Recreate the digital image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22567379"/>
                  </a:ext>
                </a:extLst>
              </a:tr>
              <a:tr h="0">
                <a:tc>
                  <a:txBody>
                    <a:bodyPr/>
                    <a:lstStyle/>
                    <a:p>
                      <a:pPr marL="0" marR="0">
                        <a:lnSpc>
                          <a:spcPct val="107000"/>
                        </a:lnSpc>
                        <a:spcBef>
                          <a:spcPts val="0"/>
                        </a:spcBef>
                        <a:spcAft>
                          <a:spcPts val="0"/>
                        </a:spcAft>
                      </a:pPr>
                      <a:r>
                        <a:rPr lang="en-US" sz="2000">
                          <a:effectLst/>
                        </a:rPr>
                        <a:t>10</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000" dirty="0">
                          <a:effectLst/>
                        </a:rPr>
                        <a:t>Display – Present the image to the user</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4634939"/>
                  </a:ext>
                </a:extLst>
              </a:tr>
            </a:tbl>
          </a:graphicData>
        </a:graphic>
      </p:graphicFrame>
      <p:sp>
        <p:nvSpPr>
          <p:cNvPr id="5" name="Rectangle 1">
            <a:extLst>
              <a:ext uri="{FF2B5EF4-FFF2-40B4-BE49-F238E27FC236}">
                <a16:creationId xmlns:a16="http://schemas.microsoft.com/office/drawing/2014/main" id="{28CD4C77-A948-4A6E-9EFF-23C2C335818D}"/>
              </a:ext>
            </a:extLst>
          </p:cNvPr>
          <p:cNvSpPr>
            <a:spLocks noChangeArrowheads="1"/>
          </p:cNvSpPr>
          <p:nvPr/>
        </p:nvSpPr>
        <p:spPr bwMode="auto">
          <a:xfrm>
            <a:off x="182880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Summary of the Image Transmission Process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832287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Image</a:t>
            </a:r>
            <a:r>
              <a:rPr spc="-150" dirty="0"/>
              <a:t> </a:t>
            </a:r>
            <a:r>
              <a:rPr spc="-10" dirty="0"/>
              <a:t>Recognition</a:t>
            </a:r>
          </a:p>
        </p:txBody>
      </p:sp>
      <p:sp>
        <p:nvSpPr>
          <p:cNvPr id="3" name="object 3"/>
          <p:cNvSpPr txBox="1"/>
          <p:nvPr/>
        </p:nvSpPr>
        <p:spPr>
          <a:xfrm>
            <a:off x="181698" y="1791040"/>
            <a:ext cx="5962650" cy="909319"/>
          </a:xfrm>
          <a:prstGeom prst="rect">
            <a:avLst/>
          </a:prstGeom>
        </p:spPr>
        <p:txBody>
          <a:bodyPr vert="horz" wrap="square" lIns="0" tIns="88265" rIns="0" bIns="0" rtlCol="0">
            <a:spAutoFit/>
          </a:bodyPr>
          <a:lstStyle/>
          <a:p>
            <a:pPr marL="12700">
              <a:lnSpc>
                <a:spcPct val="100000"/>
              </a:lnSpc>
              <a:spcBef>
                <a:spcPts val="695"/>
              </a:spcBef>
            </a:pPr>
            <a:r>
              <a:rPr sz="2400" dirty="0">
                <a:latin typeface="Arial MT"/>
                <a:cs typeface="Arial MT"/>
              </a:rPr>
              <a:t>It</a:t>
            </a:r>
            <a:r>
              <a:rPr sz="2400" spc="-50" dirty="0">
                <a:latin typeface="Arial MT"/>
                <a:cs typeface="Arial MT"/>
              </a:rPr>
              <a:t> </a:t>
            </a:r>
            <a:r>
              <a:rPr sz="2400" dirty="0">
                <a:latin typeface="Arial MT"/>
                <a:cs typeface="Arial MT"/>
              </a:rPr>
              <a:t>is</a:t>
            </a:r>
            <a:r>
              <a:rPr sz="2400" spc="-50" dirty="0">
                <a:latin typeface="Arial MT"/>
                <a:cs typeface="Arial MT"/>
              </a:rPr>
              <a:t> </a:t>
            </a:r>
            <a:r>
              <a:rPr sz="2400" dirty="0">
                <a:latin typeface="Arial MT"/>
                <a:cs typeface="Arial MT"/>
              </a:rPr>
              <a:t>also</a:t>
            </a:r>
            <a:r>
              <a:rPr sz="2400" spc="-50" dirty="0">
                <a:latin typeface="Arial MT"/>
                <a:cs typeface="Arial MT"/>
              </a:rPr>
              <a:t> </a:t>
            </a:r>
            <a:r>
              <a:rPr sz="2400" dirty="0">
                <a:latin typeface="Arial MT"/>
                <a:cs typeface="Arial MT"/>
              </a:rPr>
              <a:t>know</a:t>
            </a:r>
            <a:r>
              <a:rPr sz="2400" spc="-55" dirty="0">
                <a:latin typeface="Arial MT"/>
                <a:cs typeface="Arial MT"/>
              </a:rPr>
              <a:t> </a:t>
            </a:r>
            <a:r>
              <a:rPr sz="2400" dirty="0">
                <a:latin typeface="Arial MT"/>
                <a:cs typeface="Arial MT"/>
              </a:rPr>
              <a:t>as</a:t>
            </a:r>
            <a:r>
              <a:rPr sz="2400" spc="-50" dirty="0">
                <a:latin typeface="Arial MT"/>
                <a:cs typeface="Arial MT"/>
              </a:rPr>
              <a:t> </a:t>
            </a:r>
            <a:r>
              <a:rPr sz="2400" dirty="0">
                <a:latin typeface="Arial MT"/>
                <a:cs typeface="Arial MT"/>
              </a:rPr>
              <a:t>classification</a:t>
            </a:r>
            <a:r>
              <a:rPr sz="2400" spc="-55" dirty="0">
                <a:latin typeface="Arial MT"/>
                <a:cs typeface="Arial MT"/>
              </a:rPr>
              <a:t> </a:t>
            </a:r>
            <a:r>
              <a:rPr sz="2400" dirty="0">
                <a:latin typeface="Arial MT"/>
                <a:cs typeface="Arial MT"/>
              </a:rPr>
              <a:t>of</a:t>
            </a:r>
            <a:r>
              <a:rPr sz="2400" spc="-50" dirty="0">
                <a:latin typeface="Arial MT"/>
                <a:cs typeface="Arial MT"/>
              </a:rPr>
              <a:t> </a:t>
            </a:r>
            <a:r>
              <a:rPr sz="2400" spc="-10" dirty="0">
                <a:latin typeface="Arial MT"/>
                <a:cs typeface="Arial MT"/>
              </a:rPr>
              <a:t>image.</a:t>
            </a:r>
            <a:endParaRPr sz="2400">
              <a:latin typeface="Arial MT"/>
              <a:cs typeface="Arial MT"/>
            </a:endParaRPr>
          </a:p>
          <a:p>
            <a:pPr marL="227329" indent="-214629">
              <a:lnSpc>
                <a:spcPct val="100000"/>
              </a:lnSpc>
              <a:spcBef>
                <a:spcPts val="600"/>
              </a:spcBef>
              <a:buChar char="•"/>
              <a:tabLst>
                <a:tab pos="227329" algn="l"/>
              </a:tabLst>
            </a:pPr>
            <a:r>
              <a:rPr sz="2400" dirty="0">
                <a:latin typeface="Arial MT"/>
                <a:cs typeface="Arial MT"/>
              </a:rPr>
              <a:t>It</a:t>
            </a:r>
            <a:r>
              <a:rPr sz="2400" spc="-60" dirty="0">
                <a:latin typeface="Arial MT"/>
                <a:cs typeface="Arial MT"/>
              </a:rPr>
              <a:t> </a:t>
            </a:r>
            <a:r>
              <a:rPr sz="2400" dirty="0">
                <a:latin typeface="Arial MT"/>
                <a:cs typeface="Arial MT"/>
              </a:rPr>
              <a:t>classifies</a:t>
            </a:r>
            <a:r>
              <a:rPr sz="2400" spc="-60" dirty="0">
                <a:latin typeface="Arial MT"/>
                <a:cs typeface="Arial MT"/>
              </a:rPr>
              <a:t> </a:t>
            </a:r>
            <a:r>
              <a:rPr sz="2400" dirty="0">
                <a:latin typeface="Arial MT"/>
                <a:cs typeface="Arial MT"/>
              </a:rPr>
              <a:t>where</a:t>
            </a:r>
            <a:r>
              <a:rPr sz="2400" spc="-55" dirty="0">
                <a:latin typeface="Arial MT"/>
                <a:cs typeface="Arial MT"/>
              </a:rPr>
              <a:t> </a:t>
            </a:r>
            <a:r>
              <a:rPr sz="2400" dirty="0">
                <a:latin typeface="Arial MT"/>
                <a:cs typeface="Arial MT"/>
              </a:rPr>
              <a:t>image</a:t>
            </a:r>
            <a:r>
              <a:rPr sz="2400" spc="-55" dirty="0">
                <a:latin typeface="Arial MT"/>
                <a:cs typeface="Arial MT"/>
              </a:rPr>
              <a:t> </a:t>
            </a:r>
            <a:r>
              <a:rPr sz="2400" dirty="0">
                <a:latin typeface="Arial MT"/>
                <a:cs typeface="Arial MT"/>
              </a:rPr>
              <a:t>is</a:t>
            </a:r>
            <a:r>
              <a:rPr sz="2400" spc="-60" dirty="0">
                <a:latin typeface="Arial MT"/>
                <a:cs typeface="Arial MT"/>
              </a:rPr>
              <a:t> </a:t>
            </a:r>
            <a:r>
              <a:rPr sz="2400" dirty="0">
                <a:latin typeface="Arial MT"/>
                <a:cs typeface="Arial MT"/>
              </a:rPr>
              <a:t>about</a:t>
            </a:r>
            <a:r>
              <a:rPr sz="2400" spc="-60" dirty="0">
                <a:latin typeface="Arial MT"/>
                <a:cs typeface="Arial MT"/>
              </a:rPr>
              <a:t> </a:t>
            </a:r>
            <a:r>
              <a:rPr sz="2400" dirty="0">
                <a:latin typeface="Arial MT"/>
                <a:cs typeface="Arial MT"/>
              </a:rPr>
              <a:t>cat,</a:t>
            </a:r>
            <a:r>
              <a:rPr sz="2400" spc="-50" dirty="0">
                <a:latin typeface="Arial MT"/>
                <a:cs typeface="Arial MT"/>
              </a:rPr>
              <a:t> </a:t>
            </a:r>
            <a:r>
              <a:rPr sz="2400" spc="-20" dirty="0">
                <a:latin typeface="Arial MT"/>
                <a:cs typeface="Arial MT"/>
              </a:rPr>
              <a:t>dog,</a:t>
            </a:r>
            <a:endParaRPr sz="2400">
              <a:latin typeface="Arial MT"/>
              <a:cs typeface="Arial MT"/>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B70BD-4548-4818-8EB7-D47DBF476A6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55AF7C2-1736-4EB3-8317-052E2B2F861F}"/>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30460B86-2C3B-4D73-B812-4953A2E4E98C}"/>
              </a:ext>
            </a:extLst>
          </p:cNvPr>
          <p:cNvSpPr txBox="1"/>
          <p:nvPr/>
        </p:nvSpPr>
        <p:spPr>
          <a:xfrm>
            <a:off x="381000" y="-990600"/>
            <a:ext cx="7753350" cy="7998215"/>
          </a:xfrm>
          <a:prstGeom prst="rect">
            <a:avLst/>
          </a:prstGeom>
          <a:noFill/>
        </p:spPr>
        <p:txBody>
          <a:bodyPr wrap="square">
            <a:spAutoFit/>
          </a:bodyPr>
          <a:lstStyle/>
          <a:p>
            <a:pPr marL="0" marR="0">
              <a:lnSpc>
                <a:spcPct val="107000"/>
              </a:lnSpc>
              <a:spcBef>
                <a:spcPts val="0"/>
              </a:spcBef>
              <a:spcAft>
                <a:spcPts val="800"/>
              </a:spcAft>
            </a:pPr>
            <a:endParaRPr lang="en-US" sz="4800" b="1" kern="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en-US" sz="2400" b="1" kern="1800" dirty="0">
                <a:effectLst/>
                <a:latin typeface="Times New Roman" panose="02020603050405020304" pitchFamily="18" charset="0"/>
                <a:ea typeface="Times New Roman" panose="02020603050405020304" pitchFamily="18" charset="0"/>
                <a:cs typeface="Times New Roman" panose="02020603050405020304" pitchFamily="18" charset="0"/>
              </a:rPr>
              <a:t>	Image Recognition Process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Image Acquisition</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Image Preprocessing</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Image Segmentation</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Feature Extraction</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Feature Selection</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Model Training (Machine Learning/Deep Learning)</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Image Classification</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800" dirty="0">
                <a:effectLst/>
                <a:latin typeface="Courier New" panose="02070309020205020404" pitchFamily="49" charset="0"/>
                <a:ea typeface="Times New Roman" panose="02020603050405020304" pitchFamily="18" charset="0"/>
                <a:cs typeface="Times New Roman" panose="02020603050405020304" pitchFamily="18" charset="0"/>
              </a:rPr>
              <a:t>Recognition &amp; Decision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232450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Image</a:t>
            </a:r>
            <a:r>
              <a:rPr spc="-150" dirty="0"/>
              <a:t> </a:t>
            </a:r>
            <a:r>
              <a:rPr spc="-10" dirty="0"/>
              <a:t>Recognition</a:t>
            </a:r>
          </a:p>
        </p:txBody>
      </p:sp>
      <p:sp>
        <p:nvSpPr>
          <p:cNvPr id="3" name="object 3"/>
          <p:cNvSpPr txBox="1"/>
          <p:nvPr/>
        </p:nvSpPr>
        <p:spPr>
          <a:xfrm>
            <a:off x="181698" y="1791040"/>
            <a:ext cx="5962650" cy="909319"/>
          </a:xfrm>
          <a:prstGeom prst="rect">
            <a:avLst/>
          </a:prstGeom>
        </p:spPr>
        <p:txBody>
          <a:bodyPr vert="horz" wrap="square" lIns="0" tIns="88265" rIns="0" bIns="0" rtlCol="0">
            <a:spAutoFit/>
          </a:bodyPr>
          <a:lstStyle/>
          <a:p>
            <a:pPr marL="12700">
              <a:lnSpc>
                <a:spcPct val="100000"/>
              </a:lnSpc>
              <a:spcBef>
                <a:spcPts val="695"/>
              </a:spcBef>
            </a:pPr>
            <a:r>
              <a:rPr sz="2400" dirty="0">
                <a:latin typeface="Arial MT"/>
                <a:cs typeface="Arial MT"/>
              </a:rPr>
              <a:t>It</a:t>
            </a:r>
            <a:r>
              <a:rPr sz="2400" spc="-50" dirty="0">
                <a:latin typeface="Arial MT"/>
                <a:cs typeface="Arial MT"/>
              </a:rPr>
              <a:t> </a:t>
            </a:r>
            <a:r>
              <a:rPr sz="2400" dirty="0">
                <a:latin typeface="Arial MT"/>
                <a:cs typeface="Arial MT"/>
              </a:rPr>
              <a:t>is</a:t>
            </a:r>
            <a:r>
              <a:rPr sz="2400" spc="-50" dirty="0">
                <a:latin typeface="Arial MT"/>
                <a:cs typeface="Arial MT"/>
              </a:rPr>
              <a:t> </a:t>
            </a:r>
            <a:r>
              <a:rPr sz="2400" dirty="0">
                <a:latin typeface="Arial MT"/>
                <a:cs typeface="Arial MT"/>
              </a:rPr>
              <a:t>also</a:t>
            </a:r>
            <a:r>
              <a:rPr sz="2400" spc="-50" dirty="0">
                <a:latin typeface="Arial MT"/>
                <a:cs typeface="Arial MT"/>
              </a:rPr>
              <a:t> </a:t>
            </a:r>
            <a:r>
              <a:rPr sz="2400" dirty="0">
                <a:latin typeface="Arial MT"/>
                <a:cs typeface="Arial MT"/>
              </a:rPr>
              <a:t>know</a:t>
            </a:r>
            <a:r>
              <a:rPr sz="2400" spc="-55" dirty="0">
                <a:latin typeface="Arial MT"/>
                <a:cs typeface="Arial MT"/>
              </a:rPr>
              <a:t> </a:t>
            </a:r>
            <a:r>
              <a:rPr sz="2400" dirty="0">
                <a:latin typeface="Arial MT"/>
                <a:cs typeface="Arial MT"/>
              </a:rPr>
              <a:t>as</a:t>
            </a:r>
            <a:r>
              <a:rPr sz="2400" spc="-50" dirty="0">
                <a:latin typeface="Arial MT"/>
                <a:cs typeface="Arial MT"/>
              </a:rPr>
              <a:t> </a:t>
            </a:r>
            <a:r>
              <a:rPr sz="2400" dirty="0">
                <a:latin typeface="Arial MT"/>
                <a:cs typeface="Arial MT"/>
              </a:rPr>
              <a:t>classification</a:t>
            </a:r>
            <a:r>
              <a:rPr sz="2400" spc="-55" dirty="0">
                <a:latin typeface="Arial MT"/>
                <a:cs typeface="Arial MT"/>
              </a:rPr>
              <a:t> </a:t>
            </a:r>
            <a:r>
              <a:rPr sz="2400" dirty="0">
                <a:latin typeface="Arial MT"/>
                <a:cs typeface="Arial MT"/>
              </a:rPr>
              <a:t>of</a:t>
            </a:r>
            <a:r>
              <a:rPr sz="2400" spc="-50" dirty="0">
                <a:latin typeface="Arial MT"/>
                <a:cs typeface="Arial MT"/>
              </a:rPr>
              <a:t> </a:t>
            </a:r>
            <a:r>
              <a:rPr sz="2400" spc="-10" dirty="0">
                <a:latin typeface="Arial MT"/>
                <a:cs typeface="Arial MT"/>
              </a:rPr>
              <a:t>image.</a:t>
            </a:r>
            <a:endParaRPr sz="2400">
              <a:latin typeface="Arial MT"/>
              <a:cs typeface="Arial MT"/>
            </a:endParaRPr>
          </a:p>
          <a:p>
            <a:pPr marL="227329" indent="-214629">
              <a:lnSpc>
                <a:spcPct val="100000"/>
              </a:lnSpc>
              <a:spcBef>
                <a:spcPts val="600"/>
              </a:spcBef>
              <a:buChar char="•"/>
              <a:tabLst>
                <a:tab pos="227329" algn="l"/>
              </a:tabLst>
            </a:pPr>
            <a:r>
              <a:rPr sz="2400" dirty="0">
                <a:latin typeface="Arial MT"/>
                <a:cs typeface="Arial MT"/>
              </a:rPr>
              <a:t>It</a:t>
            </a:r>
            <a:r>
              <a:rPr sz="2400" spc="-60" dirty="0">
                <a:latin typeface="Arial MT"/>
                <a:cs typeface="Arial MT"/>
              </a:rPr>
              <a:t> </a:t>
            </a:r>
            <a:r>
              <a:rPr sz="2400" dirty="0">
                <a:latin typeface="Arial MT"/>
                <a:cs typeface="Arial MT"/>
              </a:rPr>
              <a:t>classifies</a:t>
            </a:r>
            <a:r>
              <a:rPr sz="2400" spc="-60" dirty="0">
                <a:latin typeface="Arial MT"/>
                <a:cs typeface="Arial MT"/>
              </a:rPr>
              <a:t> </a:t>
            </a:r>
            <a:r>
              <a:rPr sz="2400" dirty="0">
                <a:latin typeface="Arial MT"/>
                <a:cs typeface="Arial MT"/>
              </a:rPr>
              <a:t>where</a:t>
            </a:r>
            <a:r>
              <a:rPr sz="2400" spc="-55" dirty="0">
                <a:latin typeface="Arial MT"/>
                <a:cs typeface="Arial MT"/>
              </a:rPr>
              <a:t> </a:t>
            </a:r>
            <a:r>
              <a:rPr sz="2400" dirty="0">
                <a:latin typeface="Arial MT"/>
                <a:cs typeface="Arial MT"/>
              </a:rPr>
              <a:t>image</a:t>
            </a:r>
            <a:r>
              <a:rPr sz="2400" spc="-55" dirty="0">
                <a:latin typeface="Arial MT"/>
                <a:cs typeface="Arial MT"/>
              </a:rPr>
              <a:t> </a:t>
            </a:r>
            <a:r>
              <a:rPr sz="2400" dirty="0">
                <a:latin typeface="Arial MT"/>
                <a:cs typeface="Arial MT"/>
              </a:rPr>
              <a:t>is</a:t>
            </a:r>
            <a:r>
              <a:rPr sz="2400" spc="-60" dirty="0">
                <a:latin typeface="Arial MT"/>
                <a:cs typeface="Arial MT"/>
              </a:rPr>
              <a:t> </a:t>
            </a:r>
            <a:r>
              <a:rPr sz="2400" dirty="0">
                <a:latin typeface="Arial MT"/>
                <a:cs typeface="Arial MT"/>
              </a:rPr>
              <a:t>about</a:t>
            </a:r>
            <a:r>
              <a:rPr sz="2400" spc="-60" dirty="0">
                <a:latin typeface="Arial MT"/>
                <a:cs typeface="Arial MT"/>
              </a:rPr>
              <a:t> </a:t>
            </a:r>
            <a:r>
              <a:rPr sz="2400" dirty="0">
                <a:latin typeface="Arial MT"/>
                <a:cs typeface="Arial MT"/>
              </a:rPr>
              <a:t>cat,</a:t>
            </a:r>
            <a:r>
              <a:rPr sz="2400" spc="-50" dirty="0">
                <a:latin typeface="Arial MT"/>
                <a:cs typeface="Arial MT"/>
              </a:rPr>
              <a:t> </a:t>
            </a:r>
            <a:r>
              <a:rPr sz="2400" spc="-20" dirty="0">
                <a:latin typeface="Arial MT"/>
                <a:cs typeface="Arial MT"/>
              </a:rPr>
              <a:t>dog,</a:t>
            </a:r>
            <a:endParaRPr sz="2400">
              <a:latin typeface="Arial MT"/>
              <a:cs typeface="Arial MT"/>
            </a:endParaRPr>
          </a:p>
        </p:txBody>
      </p:sp>
      <p:pic>
        <p:nvPicPr>
          <p:cNvPr id="4" name="object 4"/>
          <p:cNvPicPr/>
          <p:nvPr/>
        </p:nvPicPr>
        <p:blipFill>
          <a:blip r:embed="rId2" cstate="print"/>
          <a:stretch>
            <a:fillRect/>
          </a:stretch>
        </p:blipFill>
        <p:spPr>
          <a:xfrm>
            <a:off x="228600" y="1676158"/>
            <a:ext cx="6853682" cy="435024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Image</a:t>
            </a:r>
            <a:r>
              <a:rPr spc="-170" dirty="0"/>
              <a:t> </a:t>
            </a:r>
            <a:r>
              <a:rPr dirty="0"/>
              <a:t>Recognition</a:t>
            </a:r>
            <a:r>
              <a:rPr spc="-170" dirty="0"/>
              <a:t> </a:t>
            </a:r>
            <a:r>
              <a:rPr spc="-10" dirty="0"/>
              <a:t>Steps</a:t>
            </a:r>
          </a:p>
        </p:txBody>
      </p:sp>
      <p:pic>
        <p:nvPicPr>
          <p:cNvPr id="3" name="object 3"/>
          <p:cNvPicPr/>
          <p:nvPr/>
        </p:nvPicPr>
        <p:blipFill>
          <a:blip r:embed="rId2" cstate="print"/>
          <a:stretch>
            <a:fillRect/>
          </a:stretch>
        </p:blipFill>
        <p:spPr>
          <a:xfrm>
            <a:off x="360398" y="1612819"/>
            <a:ext cx="8482350" cy="502664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Image</a:t>
            </a:r>
            <a:r>
              <a:rPr spc="-170" dirty="0"/>
              <a:t> </a:t>
            </a:r>
            <a:r>
              <a:rPr dirty="0"/>
              <a:t>Recognition</a:t>
            </a:r>
            <a:r>
              <a:rPr spc="-170" dirty="0"/>
              <a:t> </a:t>
            </a:r>
            <a:r>
              <a:rPr spc="-10" dirty="0"/>
              <a:t>Steps</a:t>
            </a:r>
          </a:p>
        </p:txBody>
      </p:sp>
      <p:sp>
        <p:nvSpPr>
          <p:cNvPr id="3" name="object 3"/>
          <p:cNvSpPr txBox="1"/>
          <p:nvPr/>
        </p:nvSpPr>
        <p:spPr>
          <a:xfrm>
            <a:off x="868578" y="1861820"/>
            <a:ext cx="7388225" cy="3937000"/>
          </a:xfrm>
          <a:prstGeom prst="rect">
            <a:avLst/>
          </a:prstGeom>
        </p:spPr>
        <p:txBody>
          <a:bodyPr vert="horz" wrap="square" lIns="0" tIns="12700" rIns="0" bIns="0" rtlCol="0">
            <a:spAutoFit/>
          </a:bodyPr>
          <a:lstStyle/>
          <a:p>
            <a:pPr marL="280670" indent="-267970">
              <a:lnSpc>
                <a:spcPct val="100000"/>
              </a:lnSpc>
              <a:spcBef>
                <a:spcPts val="100"/>
              </a:spcBef>
              <a:buChar char="•"/>
              <a:tabLst>
                <a:tab pos="280670" algn="l"/>
              </a:tabLst>
            </a:pPr>
            <a:r>
              <a:rPr sz="2400" spc="90" dirty="0">
                <a:solidFill>
                  <a:srgbClr val="1B1B0F"/>
                </a:solidFill>
                <a:latin typeface="Trebuchet MS"/>
                <a:cs typeface="Trebuchet MS"/>
              </a:rPr>
              <a:t>Formatting:</a:t>
            </a:r>
            <a:endParaRPr sz="2400">
              <a:latin typeface="Trebuchet MS"/>
              <a:cs typeface="Trebuchet MS"/>
            </a:endParaRPr>
          </a:p>
          <a:p>
            <a:pPr marL="280670" marR="306705">
              <a:lnSpc>
                <a:spcPct val="100000"/>
              </a:lnSpc>
            </a:pPr>
            <a:r>
              <a:rPr sz="2400" spc="130" dirty="0">
                <a:solidFill>
                  <a:srgbClr val="1B1B0F"/>
                </a:solidFill>
                <a:latin typeface="Trebuchet MS"/>
                <a:cs typeface="Trebuchet MS"/>
              </a:rPr>
              <a:t>capturing</a:t>
            </a:r>
            <a:r>
              <a:rPr sz="2400" spc="50" dirty="0">
                <a:solidFill>
                  <a:srgbClr val="1B1B0F"/>
                </a:solidFill>
                <a:latin typeface="Trebuchet MS"/>
                <a:cs typeface="Trebuchet MS"/>
              </a:rPr>
              <a:t> </a:t>
            </a:r>
            <a:r>
              <a:rPr sz="2400" spc="60" dirty="0">
                <a:solidFill>
                  <a:srgbClr val="1B1B0F"/>
                </a:solidFill>
                <a:latin typeface="Trebuchet MS"/>
                <a:cs typeface="Trebuchet MS"/>
              </a:rPr>
              <a:t>of</a:t>
            </a:r>
            <a:r>
              <a:rPr sz="2400" spc="55" dirty="0">
                <a:solidFill>
                  <a:srgbClr val="1B1B0F"/>
                </a:solidFill>
                <a:latin typeface="Trebuchet MS"/>
                <a:cs typeface="Trebuchet MS"/>
              </a:rPr>
              <a:t> </a:t>
            </a:r>
            <a:r>
              <a:rPr sz="2400" spc="200" dirty="0">
                <a:solidFill>
                  <a:srgbClr val="1B1B0F"/>
                </a:solidFill>
                <a:latin typeface="Trebuchet MS"/>
                <a:cs typeface="Trebuchet MS"/>
              </a:rPr>
              <a:t>an</a:t>
            </a:r>
            <a:r>
              <a:rPr sz="2400" spc="50" dirty="0">
                <a:solidFill>
                  <a:srgbClr val="1B1B0F"/>
                </a:solidFill>
                <a:latin typeface="Trebuchet MS"/>
                <a:cs typeface="Trebuchet MS"/>
              </a:rPr>
              <a:t> </a:t>
            </a:r>
            <a:r>
              <a:rPr sz="2400" spc="195" dirty="0">
                <a:solidFill>
                  <a:srgbClr val="1B1B0F"/>
                </a:solidFill>
                <a:latin typeface="Trebuchet MS"/>
                <a:cs typeface="Trebuchet MS"/>
              </a:rPr>
              <a:t>image</a:t>
            </a:r>
            <a:r>
              <a:rPr sz="2400" spc="60" dirty="0">
                <a:solidFill>
                  <a:srgbClr val="1B1B0F"/>
                </a:solidFill>
                <a:latin typeface="Trebuchet MS"/>
                <a:cs typeface="Trebuchet MS"/>
              </a:rPr>
              <a:t> </a:t>
            </a:r>
            <a:r>
              <a:rPr sz="2400" spc="195" dirty="0">
                <a:solidFill>
                  <a:srgbClr val="1B1B0F"/>
                </a:solidFill>
                <a:latin typeface="Trebuchet MS"/>
                <a:cs typeface="Trebuchet MS"/>
              </a:rPr>
              <a:t>and</a:t>
            </a:r>
            <a:r>
              <a:rPr sz="2400" spc="55" dirty="0">
                <a:solidFill>
                  <a:srgbClr val="1B1B0F"/>
                </a:solidFill>
                <a:latin typeface="Trebuchet MS"/>
                <a:cs typeface="Trebuchet MS"/>
              </a:rPr>
              <a:t> </a:t>
            </a:r>
            <a:r>
              <a:rPr sz="2400" spc="135" dirty="0">
                <a:solidFill>
                  <a:srgbClr val="1B1B0F"/>
                </a:solidFill>
                <a:latin typeface="Trebuchet MS"/>
                <a:cs typeface="Trebuchet MS"/>
              </a:rPr>
              <a:t>transforming</a:t>
            </a:r>
            <a:r>
              <a:rPr sz="2400" spc="60" dirty="0">
                <a:solidFill>
                  <a:srgbClr val="1B1B0F"/>
                </a:solidFill>
                <a:latin typeface="Trebuchet MS"/>
                <a:cs typeface="Trebuchet MS"/>
              </a:rPr>
              <a:t> </a:t>
            </a:r>
            <a:r>
              <a:rPr sz="2400" spc="75" dirty="0">
                <a:solidFill>
                  <a:srgbClr val="1B1B0F"/>
                </a:solidFill>
                <a:latin typeface="Trebuchet MS"/>
                <a:cs typeface="Trebuchet MS"/>
              </a:rPr>
              <a:t>to</a:t>
            </a:r>
            <a:r>
              <a:rPr sz="2400" spc="50" dirty="0">
                <a:solidFill>
                  <a:srgbClr val="1B1B0F"/>
                </a:solidFill>
                <a:latin typeface="Trebuchet MS"/>
                <a:cs typeface="Trebuchet MS"/>
              </a:rPr>
              <a:t> </a:t>
            </a:r>
            <a:r>
              <a:rPr sz="2400" spc="150" dirty="0">
                <a:solidFill>
                  <a:srgbClr val="1B1B0F"/>
                </a:solidFill>
                <a:latin typeface="Trebuchet MS"/>
                <a:cs typeface="Trebuchet MS"/>
              </a:rPr>
              <a:t>a </a:t>
            </a:r>
            <a:r>
              <a:rPr sz="2400" spc="80" dirty="0">
                <a:solidFill>
                  <a:srgbClr val="1B1B0F"/>
                </a:solidFill>
                <a:latin typeface="Trebuchet MS"/>
                <a:cs typeface="Trebuchet MS"/>
              </a:rPr>
              <a:t>digital</a:t>
            </a:r>
            <a:r>
              <a:rPr sz="2400" spc="50" dirty="0">
                <a:solidFill>
                  <a:srgbClr val="1B1B0F"/>
                </a:solidFill>
                <a:latin typeface="Trebuchet MS"/>
                <a:cs typeface="Trebuchet MS"/>
              </a:rPr>
              <a:t> </a:t>
            </a:r>
            <a:r>
              <a:rPr sz="2400" spc="100" dirty="0">
                <a:solidFill>
                  <a:srgbClr val="1B1B0F"/>
                </a:solidFill>
                <a:latin typeface="Trebuchet MS"/>
                <a:cs typeface="Trebuchet MS"/>
              </a:rPr>
              <a:t>representation</a:t>
            </a:r>
            <a:endParaRPr sz="2400">
              <a:latin typeface="Trebuchet MS"/>
              <a:cs typeface="Trebuchet MS"/>
            </a:endParaRPr>
          </a:p>
          <a:p>
            <a:pPr marL="280670" indent="-267970">
              <a:lnSpc>
                <a:spcPct val="100000"/>
              </a:lnSpc>
              <a:spcBef>
                <a:spcPts val="2000"/>
              </a:spcBef>
              <a:buChar char="•"/>
              <a:tabLst>
                <a:tab pos="280670" algn="l"/>
              </a:tabLst>
            </a:pPr>
            <a:r>
              <a:rPr sz="2400" spc="120" dirty="0">
                <a:solidFill>
                  <a:srgbClr val="1B1B0F"/>
                </a:solidFill>
                <a:latin typeface="Trebuchet MS"/>
                <a:cs typeface="Trebuchet MS"/>
              </a:rPr>
              <a:t>Conditioning</a:t>
            </a:r>
            <a:endParaRPr sz="2400">
              <a:latin typeface="Trebuchet MS"/>
              <a:cs typeface="Trebuchet MS"/>
            </a:endParaRPr>
          </a:p>
          <a:p>
            <a:pPr marL="280670" marR="5080">
              <a:lnSpc>
                <a:spcPct val="100000"/>
              </a:lnSpc>
            </a:pPr>
            <a:r>
              <a:rPr sz="2400" spc="195" dirty="0">
                <a:solidFill>
                  <a:srgbClr val="1B1B0F"/>
                </a:solidFill>
                <a:latin typeface="Trebuchet MS"/>
                <a:cs typeface="Trebuchet MS"/>
              </a:rPr>
              <a:t>image</a:t>
            </a:r>
            <a:r>
              <a:rPr sz="2400" spc="60" dirty="0">
                <a:solidFill>
                  <a:srgbClr val="1B1B0F"/>
                </a:solidFill>
                <a:latin typeface="Trebuchet MS"/>
                <a:cs typeface="Trebuchet MS"/>
              </a:rPr>
              <a:t> </a:t>
            </a:r>
            <a:r>
              <a:rPr sz="2400" spc="250" dirty="0">
                <a:solidFill>
                  <a:srgbClr val="1B1B0F"/>
                </a:solidFill>
                <a:latin typeface="Trebuchet MS"/>
                <a:cs typeface="Trebuchet MS"/>
              </a:rPr>
              <a:t>may</a:t>
            </a:r>
            <a:r>
              <a:rPr sz="2400" spc="50" dirty="0">
                <a:solidFill>
                  <a:srgbClr val="1B1B0F"/>
                </a:solidFill>
                <a:latin typeface="Trebuchet MS"/>
                <a:cs typeface="Trebuchet MS"/>
              </a:rPr>
              <a:t> </a:t>
            </a:r>
            <a:r>
              <a:rPr sz="2400" spc="120" dirty="0">
                <a:solidFill>
                  <a:srgbClr val="1B1B0F"/>
                </a:solidFill>
                <a:latin typeface="Trebuchet MS"/>
                <a:cs typeface="Trebuchet MS"/>
              </a:rPr>
              <a:t>contain</a:t>
            </a:r>
            <a:r>
              <a:rPr sz="2400" spc="55" dirty="0">
                <a:solidFill>
                  <a:srgbClr val="1B1B0F"/>
                </a:solidFill>
                <a:latin typeface="Trebuchet MS"/>
                <a:cs typeface="Trebuchet MS"/>
              </a:rPr>
              <a:t> </a:t>
            </a:r>
            <a:r>
              <a:rPr sz="2400" spc="120" dirty="0">
                <a:solidFill>
                  <a:srgbClr val="1B1B0F"/>
                </a:solidFill>
                <a:latin typeface="Trebuchet MS"/>
                <a:cs typeface="Trebuchet MS"/>
              </a:rPr>
              <a:t>uninteresting</a:t>
            </a:r>
            <a:r>
              <a:rPr sz="2400" spc="65" dirty="0">
                <a:solidFill>
                  <a:srgbClr val="1B1B0F"/>
                </a:solidFill>
                <a:latin typeface="Trebuchet MS"/>
                <a:cs typeface="Trebuchet MS"/>
              </a:rPr>
              <a:t> </a:t>
            </a:r>
            <a:r>
              <a:rPr sz="2400" spc="110" dirty="0">
                <a:solidFill>
                  <a:srgbClr val="1B1B0F"/>
                </a:solidFill>
                <a:latin typeface="Trebuchet MS"/>
                <a:cs typeface="Trebuchet MS"/>
              </a:rPr>
              <a:t>features</a:t>
            </a:r>
            <a:r>
              <a:rPr sz="2400" spc="60" dirty="0">
                <a:solidFill>
                  <a:srgbClr val="1B1B0F"/>
                </a:solidFill>
                <a:latin typeface="Trebuchet MS"/>
                <a:cs typeface="Trebuchet MS"/>
              </a:rPr>
              <a:t> </a:t>
            </a:r>
            <a:r>
              <a:rPr sz="2400" spc="150" dirty="0">
                <a:solidFill>
                  <a:srgbClr val="1B1B0F"/>
                </a:solidFill>
                <a:latin typeface="Trebuchet MS"/>
                <a:cs typeface="Trebuchet MS"/>
              </a:rPr>
              <a:t>due </a:t>
            </a:r>
            <a:r>
              <a:rPr sz="2400" spc="75" dirty="0">
                <a:solidFill>
                  <a:srgbClr val="1B1B0F"/>
                </a:solidFill>
                <a:latin typeface="Trebuchet MS"/>
                <a:cs typeface="Trebuchet MS"/>
              </a:rPr>
              <a:t>to</a:t>
            </a:r>
            <a:r>
              <a:rPr sz="2400" spc="50" dirty="0">
                <a:solidFill>
                  <a:srgbClr val="1B1B0F"/>
                </a:solidFill>
                <a:latin typeface="Trebuchet MS"/>
                <a:cs typeface="Trebuchet MS"/>
              </a:rPr>
              <a:t> </a:t>
            </a:r>
            <a:r>
              <a:rPr sz="2400" spc="150" dirty="0">
                <a:solidFill>
                  <a:srgbClr val="1B1B0F"/>
                </a:solidFill>
                <a:latin typeface="Trebuchet MS"/>
                <a:cs typeface="Trebuchet MS"/>
              </a:rPr>
              <a:t>noise</a:t>
            </a:r>
            <a:r>
              <a:rPr sz="2400" spc="45" dirty="0">
                <a:solidFill>
                  <a:srgbClr val="1B1B0F"/>
                </a:solidFill>
                <a:latin typeface="Trebuchet MS"/>
                <a:cs typeface="Trebuchet MS"/>
              </a:rPr>
              <a:t> </a:t>
            </a:r>
            <a:r>
              <a:rPr sz="2400" spc="105" dirty="0">
                <a:solidFill>
                  <a:srgbClr val="1B1B0F"/>
                </a:solidFill>
                <a:latin typeface="Trebuchet MS"/>
                <a:cs typeface="Trebuchet MS"/>
              </a:rPr>
              <a:t>or</a:t>
            </a:r>
            <a:r>
              <a:rPr sz="2400" spc="45" dirty="0">
                <a:solidFill>
                  <a:srgbClr val="1B1B0F"/>
                </a:solidFill>
                <a:latin typeface="Trebuchet MS"/>
                <a:cs typeface="Trebuchet MS"/>
              </a:rPr>
              <a:t> </a:t>
            </a:r>
            <a:r>
              <a:rPr sz="2400" spc="130" dirty="0">
                <a:solidFill>
                  <a:srgbClr val="1B1B0F"/>
                </a:solidFill>
                <a:latin typeface="Trebuchet MS"/>
                <a:cs typeface="Trebuchet MS"/>
              </a:rPr>
              <a:t>background.</a:t>
            </a:r>
            <a:endParaRPr sz="2400">
              <a:latin typeface="Trebuchet MS"/>
              <a:cs typeface="Trebuchet MS"/>
            </a:endParaRPr>
          </a:p>
          <a:p>
            <a:pPr marL="280670" marR="829944">
              <a:lnSpc>
                <a:spcPct val="100000"/>
              </a:lnSpc>
            </a:pPr>
            <a:r>
              <a:rPr sz="2400" spc="110" dirty="0">
                <a:solidFill>
                  <a:srgbClr val="1B1B0F"/>
                </a:solidFill>
                <a:latin typeface="Trebuchet MS"/>
                <a:cs typeface="Trebuchet MS"/>
              </a:rPr>
              <a:t>Informative</a:t>
            </a:r>
            <a:r>
              <a:rPr sz="2400" spc="65" dirty="0">
                <a:solidFill>
                  <a:srgbClr val="1B1B0F"/>
                </a:solidFill>
                <a:latin typeface="Trebuchet MS"/>
                <a:cs typeface="Trebuchet MS"/>
              </a:rPr>
              <a:t> </a:t>
            </a:r>
            <a:r>
              <a:rPr sz="2400" spc="114" dirty="0">
                <a:solidFill>
                  <a:srgbClr val="1B1B0F"/>
                </a:solidFill>
                <a:latin typeface="Trebuchet MS"/>
                <a:cs typeface="Trebuchet MS"/>
              </a:rPr>
              <a:t>patterns</a:t>
            </a:r>
            <a:r>
              <a:rPr sz="2400" spc="60" dirty="0">
                <a:solidFill>
                  <a:srgbClr val="1B1B0F"/>
                </a:solidFill>
                <a:latin typeface="Trebuchet MS"/>
                <a:cs typeface="Trebuchet MS"/>
              </a:rPr>
              <a:t> </a:t>
            </a:r>
            <a:r>
              <a:rPr sz="2400" spc="254" dirty="0">
                <a:solidFill>
                  <a:srgbClr val="1B1B0F"/>
                </a:solidFill>
                <a:latin typeface="Trebuchet MS"/>
                <a:cs typeface="Trebuchet MS"/>
              </a:rPr>
              <a:t>may</a:t>
            </a:r>
            <a:r>
              <a:rPr sz="2400" spc="55" dirty="0">
                <a:solidFill>
                  <a:srgbClr val="1B1B0F"/>
                </a:solidFill>
                <a:latin typeface="Trebuchet MS"/>
                <a:cs typeface="Trebuchet MS"/>
              </a:rPr>
              <a:t> </a:t>
            </a:r>
            <a:r>
              <a:rPr sz="2400" spc="165" dirty="0">
                <a:solidFill>
                  <a:srgbClr val="1B1B0F"/>
                </a:solidFill>
                <a:latin typeface="Trebuchet MS"/>
                <a:cs typeface="Trebuchet MS"/>
              </a:rPr>
              <a:t>be</a:t>
            </a:r>
            <a:r>
              <a:rPr sz="2400" spc="60" dirty="0">
                <a:solidFill>
                  <a:srgbClr val="1B1B0F"/>
                </a:solidFill>
                <a:latin typeface="Trebuchet MS"/>
                <a:cs typeface="Trebuchet MS"/>
              </a:rPr>
              <a:t> </a:t>
            </a:r>
            <a:r>
              <a:rPr sz="2400" spc="110" dirty="0">
                <a:solidFill>
                  <a:srgbClr val="1B1B0F"/>
                </a:solidFill>
                <a:latin typeface="Trebuchet MS"/>
                <a:cs typeface="Trebuchet MS"/>
              </a:rPr>
              <a:t>modified</a:t>
            </a:r>
            <a:r>
              <a:rPr sz="2400" spc="65" dirty="0">
                <a:solidFill>
                  <a:srgbClr val="1B1B0F"/>
                </a:solidFill>
                <a:latin typeface="Trebuchet MS"/>
                <a:cs typeface="Trebuchet MS"/>
              </a:rPr>
              <a:t> </a:t>
            </a:r>
            <a:r>
              <a:rPr sz="2400" spc="170" dirty="0">
                <a:solidFill>
                  <a:srgbClr val="1B1B0F"/>
                </a:solidFill>
                <a:latin typeface="Trebuchet MS"/>
                <a:cs typeface="Trebuchet MS"/>
              </a:rPr>
              <a:t>by </a:t>
            </a:r>
            <a:r>
              <a:rPr sz="2400" spc="185" dirty="0">
                <a:solidFill>
                  <a:srgbClr val="1B1B0F"/>
                </a:solidFill>
                <a:latin typeface="Trebuchet MS"/>
                <a:cs typeface="Trebuchet MS"/>
              </a:rPr>
              <a:t>random</a:t>
            </a:r>
            <a:r>
              <a:rPr sz="2400" spc="55" dirty="0">
                <a:solidFill>
                  <a:srgbClr val="1B1B0F"/>
                </a:solidFill>
                <a:latin typeface="Trebuchet MS"/>
                <a:cs typeface="Trebuchet MS"/>
              </a:rPr>
              <a:t> </a:t>
            </a:r>
            <a:r>
              <a:rPr sz="2400" spc="110" dirty="0">
                <a:solidFill>
                  <a:srgbClr val="1B1B0F"/>
                </a:solidFill>
                <a:latin typeface="Trebuchet MS"/>
                <a:cs typeface="Trebuchet MS"/>
              </a:rPr>
              <a:t>variations</a:t>
            </a:r>
            <a:endParaRPr sz="2400">
              <a:latin typeface="Trebuchet MS"/>
              <a:cs typeface="Trebuchet MS"/>
            </a:endParaRPr>
          </a:p>
          <a:p>
            <a:pPr marL="280670" marR="575310">
              <a:lnSpc>
                <a:spcPct val="100000"/>
              </a:lnSpc>
            </a:pPr>
            <a:r>
              <a:rPr sz="2400" spc="120" dirty="0">
                <a:solidFill>
                  <a:srgbClr val="1B1B0F"/>
                </a:solidFill>
                <a:latin typeface="Trebuchet MS"/>
                <a:cs typeface="Trebuchet MS"/>
              </a:rPr>
              <a:t>conditioning</a:t>
            </a:r>
            <a:r>
              <a:rPr sz="2400" spc="55" dirty="0">
                <a:solidFill>
                  <a:srgbClr val="1B1B0F"/>
                </a:solidFill>
                <a:latin typeface="Trebuchet MS"/>
                <a:cs typeface="Trebuchet MS"/>
              </a:rPr>
              <a:t> </a:t>
            </a:r>
            <a:r>
              <a:rPr sz="2400" spc="190" dirty="0">
                <a:solidFill>
                  <a:srgbClr val="1B1B0F"/>
                </a:solidFill>
                <a:latin typeface="Trebuchet MS"/>
                <a:cs typeface="Trebuchet MS"/>
              </a:rPr>
              <a:t>suppresses</a:t>
            </a:r>
            <a:r>
              <a:rPr sz="2400" spc="55" dirty="0">
                <a:solidFill>
                  <a:srgbClr val="1B1B0F"/>
                </a:solidFill>
                <a:latin typeface="Trebuchet MS"/>
                <a:cs typeface="Trebuchet MS"/>
              </a:rPr>
              <a:t> </a:t>
            </a:r>
            <a:r>
              <a:rPr sz="2400" spc="195" dirty="0">
                <a:solidFill>
                  <a:srgbClr val="1B1B0F"/>
                </a:solidFill>
                <a:latin typeface="Trebuchet MS"/>
                <a:cs typeface="Trebuchet MS"/>
              </a:rPr>
              <a:t>such</a:t>
            </a:r>
            <a:r>
              <a:rPr sz="2400" spc="55" dirty="0">
                <a:solidFill>
                  <a:srgbClr val="1B1B0F"/>
                </a:solidFill>
                <a:latin typeface="Trebuchet MS"/>
                <a:cs typeface="Trebuchet MS"/>
              </a:rPr>
              <a:t> </a:t>
            </a:r>
            <a:r>
              <a:rPr sz="2400" spc="110" dirty="0">
                <a:solidFill>
                  <a:srgbClr val="1B1B0F"/>
                </a:solidFill>
                <a:latin typeface="Trebuchet MS"/>
                <a:cs typeface="Trebuchet MS"/>
              </a:rPr>
              <a:t>features</a:t>
            </a:r>
            <a:r>
              <a:rPr sz="2400" spc="55" dirty="0">
                <a:solidFill>
                  <a:srgbClr val="1B1B0F"/>
                </a:solidFill>
                <a:latin typeface="Trebuchet MS"/>
                <a:cs typeface="Trebuchet MS"/>
              </a:rPr>
              <a:t> </a:t>
            </a:r>
            <a:r>
              <a:rPr sz="2400" spc="160" dirty="0">
                <a:solidFill>
                  <a:srgbClr val="1B1B0F"/>
                </a:solidFill>
                <a:latin typeface="Trebuchet MS"/>
                <a:cs typeface="Trebuchet MS"/>
              </a:rPr>
              <a:t>and </a:t>
            </a:r>
            <a:r>
              <a:rPr sz="2400" spc="120" dirty="0">
                <a:solidFill>
                  <a:srgbClr val="1B1B0F"/>
                </a:solidFill>
                <a:latin typeface="Trebuchet MS"/>
                <a:cs typeface="Trebuchet MS"/>
              </a:rPr>
              <a:t>highlight</a:t>
            </a:r>
            <a:r>
              <a:rPr sz="2400" spc="65" dirty="0">
                <a:solidFill>
                  <a:srgbClr val="1B1B0F"/>
                </a:solidFill>
                <a:latin typeface="Trebuchet MS"/>
                <a:cs typeface="Trebuchet MS"/>
              </a:rPr>
              <a:t> </a:t>
            </a:r>
            <a:r>
              <a:rPr sz="2400" spc="105" dirty="0">
                <a:solidFill>
                  <a:srgbClr val="1B1B0F"/>
                </a:solidFill>
                <a:latin typeface="Trebuchet MS"/>
                <a:cs typeface="Trebuchet MS"/>
              </a:rPr>
              <a:t>interesting</a:t>
            </a:r>
            <a:r>
              <a:rPr sz="2400" spc="65" dirty="0">
                <a:solidFill>
                  <a:srgbClr val="1B1B0F"/>
                </a:solidFill>
                <a:latin typeface="Trebuchet MS"/>
                <a:cs typeface="Trebuchet MS"/>
              </a:rPr>
              <a:t> </a:t>
            </a:r>
            <a:r>
              <a:rPr sz="2400" spc="130" dirty="0">
                <a:solidFill>
                  <a:srgbClr val="1B1B0F"/>
                </a:solidFill>
                <a:latin typeface="Trebuchet MS"/>
                <a:cs typeface="Trebuchet MS"/>
              </a:rPr>
              <a:t>parts</a:t>
            </a:r>
            <a:r>
              <a:rPr sz="2400" spc="60" dirty="0">
                <a:solidFill>
                  <a:srgbClr val="1B1B0F"/>
                </a:solidFill>
                <a:latin typeface="Trebuchet MS"/>
                <a:cs typeface="Trebuchet MS"/>
              </a:rPr>
              <a:t> of</a:t>
            </a:r>
            <a:r>
              <a:rPr sz="2400" spc="65" dirty="0">
                <a:solidFill>
                  <a:srgbClr val="1B1B0F"/>
                </a:solidFill>
                <a:latin typeface="Trebuchet MS"/>
                <a:cs typeface="Trebuchet MS"/>
              </a:rPr>
              <a:t> </a:t>
            </a:r>
            <a:r>
              <a:rPr sz="2400" spc="130" dirty="0">
                <a:solidFill>
                  <a:srgbClr val="1B1B0F"/>
                </a:solidFill>
                <a:latin typeface="Trebuchet MS"/>
                <a:cs typeface="Trebuchet MS"/>
              </a:rPr>
              <a:t>image.</a:t>
            </a:r>
            <a:endParaRPr sz="2400">
              <a:latin typeface="Trebuchet MS"/>
              <a:cs typeface="Trebuchet M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Image</a:t>
            </a:r>
            <a:r>
              <a:rPr spc="-170" dirty="0"/>
              <a:t> </a:t>
            </a:r>
            <a:r>
              <a:rPr dirty="0"/>
              <a:t>Recognition</a:t>
            </a:r>
            <a:r>
              <a:rPr spc="-170" dirty="0"/>
              <a:t> </a:t>
            </a:r>
            <a:r>
              <a:rPr spc="-10" dirty="0"/>
              <a:t>Steps</a:t>
            </a:r>
          </a:p>
        </p:txBody>
      </p:sp>
      <p:sp>
        <p:nvSpPr>
          <p:cNvPr id="3" name="object 3"/>
          <p:cNvSpPr txBox="1"/>
          <p:nvPr/>
        </p:nvSpPr>
        <p:spPr>
          <a:xfrm>
            <a:off x="868578" y="1861820"/>
            <a:ext cx="7167245" cy="3317875"/>
          </a:xfrm>
          <a:prstGeom prst="rect">
            <a:avLst/>
          </a:prstGeom>
        </p:spPr>
        <p:txBody>
          <a:bodyPr vert="horz" wrap="square" lIns="0" tIns="12700" rIns="0" bIns="0" rtlCol="0">
            <a:spAutoFit/>
          </a:bodyPr>
          <a:lstStyle/>
          <a:p>
            <a:pPr marL="280670" indent="-267970">
              <a:lnSpc>
                <a:spcPct val="100000"/>
              </a:lnSpc>
              <a:spcBef>
                <a:spcPts val="100"/>
              </a:spcBef>
              <a:buChar char="•"/>
              <a:tabLst>
                <a:tab pos="280670" algn="l"/>
              </a:tabLst>
            </a:pPr>
            <a:r>
              <a:rPr sz="2400" spc="100" dirty="0">
                <a:solidFill>
                  <a:srgbClr val="1B1B0F"/>
                </a:solidFill>
                <a:latin typeface="Trebuchet MS"/>
                <a:cs typeface="Trebuchet MS"/>
              </a:rPr>
              <a:t>Labeling:</a:t>
            </a:r>
            <a:endParaRPr sz="2400">
              <a:latin typeface="Trebuchet MS"/>
              <a:cs typeface="Trebuchet MS"/>
            </a:endParaRPr>
          </a:p>
          <a:p>
            <a:pPr marL="487045" lvl="1" indent="-206375">
              <a:lnSpc>
                <a:spcPct val="100000"/>
              </a:lnSpc>
              <a:buChar char="-"/>
              <a:tabLst>
                <a:tab pos="487045" algn="l"/>
              </a:tabLst>
            </a:pPr>
            <a:r>
              <a:rPr sz="2400" spc="240" dirty="0">
                <a:solidFill>
                  <a:srgbClr val="1B1B0F"/>
                </a:solidFill>
                <a:latin typeface="Trebuchet MS"/>
                <a:cs typeface="Trebuchet MS"/>
              </a:rPr>
              <a:t>assumes</a:t>
            </a:r>
            <a:r>
              <a:rPr sz="2400" spc="60" dirty="0">
                <a:solidFill>
                  <a:srgbClr val="1B1B0F"/>
                </a:solidFill>
                <a:latin typeface="Trebuchet MS"/>
                <a:cs typeface="Trebuchet MS"/>
              </a:rPr>
              <a:t> </a:t>
            </a:r>
            <a:r>
              <a:rPr sz="2400" spc="105" dirty="0">
                <a:solidFill>
                  <a:srgbClr val="1B1B0F"/>
                </a:solidFill>
                <a:latin typeface="Trebuchet MS"/>
                <a:cs typeface="Trebuchet MS"/>
              </a:rPr>
              <a:t>informative</a:t>
            </a:r>
            <a:r>
              <a:rPr sz="2400" spc="55" dirty="0">
                <a:solidFill>
                  <a:srgbClr val="1B1B0F"/>
                </a:solidFill>
                <a:latin typeface="Trebuchet MS"/>
                <a:cs typeface="Trebuchet MS"/>
              </a:rPr>
              <a:t> </a:t>
            </a:r>
            <a:r>
              <a:rPr sz="2400" spc="95" dirty="0">
                <a:solidFill>
                  <a:srgbClr val="1B1B0F"/>
                </a:solidFill>
                <a:latin typeface="Trebuchet MS"/>
                <a:cs typeface="Trebuchet MS"/>
              </a:rPr>
              <a:t>pattern</a:t>
            </a:r>
            <a:r>
              <a:rPr sz="2400" spc="70" dirty="0">
                <a:solidFill>
                  <a:srgbClr val="1B1B0F"/>
                </a:solidFill>
                <a:latin typeface="Trebuchet MS"/>
                <a:cs typeface="Trebuchet MS"/>
              </a:rPr>
              <a:t> </a:t>
            </a:r>
            <a:r>
              <a:rPr sz="2400" spc="225" dirty="0">
                <a:solidFill>
                  <a:srgbClr val="1B1B0F"/>
                </a:solidFill>
                <a:latin typeface="Trebuchet MS"/>
                <a:cs typeface="Trebuchet MS"/>
              </a:rPr>
              <a:t>has</a:t>
            </a:r>
            <a:r>
              <a:rPr sz="2400" spc="65" dirty="0">
                <a:solidFill>
                  <a:srgbClr val="1B1B0F"/>
                </a:solidFill>
                <a:latin typeface="Trebuchet MS"/>
                <a:cs typeface="Trebuchet MS"/>
              </a:rPr>
              <a:t> </a:t>
            </a:r>
            <a:r>
              <a:rPr sz="2400" spc="90" dirty="0">
                <a:solidFill>
                  <a:srgbClr val="1B1B0F"/>
                </a:solidFill>
                <a:latin typeface="Trebuchet MS"/>
                <a:cs typeface="Trebuchet MS"/>
              </a:rPr>
              <a:t>structure</a:t>
            </a:r>
            <a:endParaRPr sz="2400">
              <a:latin typeface="Trebuchet MS"/>
              <a:cs typeface="Trebuchet MS"/>
            </a:endParaRPr>
          </a:p>
          <a:p>
            <a:pPr marL="280670" marR="95885" lvl="1" indent="206375">
              <a:lnSpc>
                <a:spcPct val="100000"/>
              </a:lnSpc>
              <a:buChar char="-"/>
              <a:tabLst>
                <a:tab pos="487045" algn="l"/>
              </a:tabLst>
            </a:pPr>
            <a:r>
              <a:rPr sz="2400" spc="160" dirty="0">
                <a:solidFill>
                  <a:srgbClr val="1B1B0F"/>
                </a:solidFill>
                <a:latin typeface="Trebuchet MS"/>
                <a:cs typeface="Trebuchet MS"/>
              </a:rPr>
              <a:t>analysis</a:t>
            </a:r>
            <a:r>
              <a:rPr sz="2400" spc="50" dirty="0">
                <a:solidFill>
                  <a:srgbClr val="1B1B0F"/>
                </a:solidFill>
                <a:latin typeface="Trebuchet MS"/>
                <a:cs typeface="Trebuchet MS"/>
              </a:rPr>
              <a:t> </a:t>
            </a:r>
            <a:r>
              <a:rPr sz="2400" spc="100" dirty="0">
                <a:solidFill>
                  <a:srgbClr val="1B1B0F"/>
                </a:solidFill>
                <a:latin typeface="Trebuchet MS"/>
                <a:cs typeface="Trebuchet MS"/>
              </a:rPr>
              <a:t>adjacent</a:t>
            </a:r>
            <a:r>
              <a:rPr sz="2400" spc="45" dirty="0">
                <a:solidFill>
                  <a:srgbClr val="1B1B0F"/>
                </a:solidFill>
                <a:latin typeface="Trebuchet MS"/>
                <a:cs typeface="Trebuchet MS"/>
              </a:rPr>
              <a:t> </a:t>
            </a:r>
            <a:r>
              <a:rPr sz="2400" spc="75" dirty="0">
                <a:solidFill>
                  <a:srgbClr val="1B1B0F"/>
                </a:solidFill>
                <a:latin typeface="Trebuchet MS"/>
                <a:cs typeface="Trebuchet MS"/>
              </a:rPr>
              <a:t>pixels,</a:t>
            </a:r>
            <a:r>
              <a:rPr sz="2400" spc="55" dirty="0">
                <a:solidFill>
                  <a:srgbClr val="1B1B0F"/>
                </a:solidFill>
                <a:latin typeface="Trebuchet MS"/>
                <a:cs typeface="Trebuchet MS"/>
              </a:rPr>
              <a:t> </a:t>
            </a:r>
            <a:r>
              <a:rPr sz="2400" spc="160" dirty="0">
                <a:solidFill>
                  <a:srgbClr val="1B1B0F"/>
                </a:solidFill>
                <a:latin typeface="Trebuchet MS"/>
                <a:cs typeface="Trebuchet MS"/>
              </a:rPr>
              <a:t>we</a:t>
            </a:r>
            <a:r>
              <a:rPr sz="2400" spc="60" dirty="0">
                <a:solidFill>
                  <a:srgbClr val="1B1B0F"/>
                </a:solidFill>
                <a:latin typeface="Trebuchet MS"/>
                <a:cs typeface="Trebuchet MS"/>
              </a:rPr>
              <a:t> </a:t>
            </a:r>
            <a:r>
              <a:rPr sz="2400" spc="170" dirty="0">
                <a:solidFill>
                  <a:srgbClr val="1B1B0F"/>
                </a:solidFill>
                <a:latin typeface="Trebuchet MS"/>
                <a:cs typeface="Trebuchet MS"/>
              </a:rPr>
              <a:t>can</a:t>
            </a:r>
            <a:r>
              <a:rPr sz="2400" spc="55" dirty="0">
                <a:solidFill>
                  <a:srgbClr val="1B1B0F"/>
                </a:solidFill>
                <a:latin typeface="Trebuchet MS"/>
                <a:cs typeface="Trebuchet MS"/>
              </a:rPr>
              <a:t> </a:t>
            </a:r>
            <a:r>
              <a:rPr sz="2400" spc="114" dirty="0">
                <a:solidFill>
                  <a:srgbClr val="1B1B0F"/>
                </a:solidFill>
                <a:latin typeface="Trebuchet MS"/>
                <a:cs typeface="Trebuchet MS"/>
              </a:rPr>
              <a:t>determine </a:t>
            </a:r>
            <a:r>
              <a:rPr sz="2400" spc="100" dirty="0">
                <a:solidFill>
                  <a:srgbClr val="1B1B0F"/>
                </a:solidFill>
                <a:latin typeface="Trebuchet MS"/>
                <a:cs typeface="Trebuchet MS"/>
              </a:rPr>
              <a:t>structure</a:t>
            </a:r>
            <a:r>
              <a:rPr sz="2400" spc="135" dirty="0">
                <a:solidFill>
                  <a:srgbClr val="1B1B0F"/>
                </a:solidFill>
                <a:latin typeface="Trebuchet MS"/>
                <a:cs typeface="Trebuchet MS"/>
              </a:rPr>
              <a:t> </a:t>
            </a:r>
            <a:r>
              <a:rPr sz="2400" dirty="0">
                <a:solidFill>
                  <a:srgbClr val="1B1B0F"/>
                </a:solidFill>
                <a:latin typeface="Trebuchet MS"/>
                <a:cs typeface="Trebuchet MS"/>
              </a:rPr>
              <a:t>like</a:t>
            </a:r>
            <a:r>
              <a:rPr sz="2400" spc="145" dirty="0">
                <a:solidFill>
                  <a:srgbClr val="1B1B0F"/>
                </a:solidFill>
                <a:latin typeface="Trebuchet MS"/>
                <a:cs typeface="Trebuchet MS"/>
              </a:rPr>
              <a:t> </a:t>
            </a:r>
            <a:r>
              <a:rPr sz="2400" spc="175" dirty="0">
                <a:solidFill>
                  <a:srgbClr val="1B1B0F"/>
                </a:solidFill>
                <a:latin typeface="Trebuchet MS"/>
                <a:cs typeface="Trebuchet MS"/>
              </a:rPr>
              <a:t>edge</a:t>
            </a:r>
            <a:endParaRPr sz="2400">
              <a:latin typeface="Trebuchet MS"/>
              <a:cs typeface="Trebuchet MS"/>
            </a:endParaRPr>
          </a:p>
          <a:p>
            <a:pPr marL="280670" marR="5080" lvl="1" indent="206375">
              <a:lnSpc>
                <a:spcPct val="100000"/>
              </a:lnSpc>
              <a:buChar char="-"/>
              <a:tabLst>
                <a:tab pos="487045" algn="l"/>
              </a:tabLst>
            </a:pPr>
            <a:r>
              <a:rPr sz="2400" spc="195" dirty="0">
                <a:solidFill>
                  <a:srgbClr val="1B1B0F"/>
                </a:solidFill>
                <a:latin typeface="Trebuchet MS"/>
                <a:cs typeface="Trebuchet MS"/>
              </a:rPr>
              <a:t>edge</a:t>
            </a:r>
            <a:r>
              <a:rPr sz="2400" spc="65" dirty="0">
                <a:solidFill>
                  <a:srgbClr val="1B1B0F"/>
                </a:solidFill>
                <a:latin typeface="Trebuchet MS"/>
                <a:cs typeface="Trebuchet MS"/>
              </a:rPr>
              <a:t> </a:t>
            </a:r>
            <a:r>
              <a:rPr sz="2400" spc="95" dirty="0">
                <a:solidFill>
                  <a:srgbClr val="1B1B0F"/>
                </a:solidFill>
                <a:latin typeface="Trebuchet MS"/>
                <a:cs typeface="Trebuchet MS"/>
              </a:rPr>
              <a:t>detection</a:t>
            </a:r>
            <a:r>
              <a:rPr sz="2400" spc="75" dirty="0">
                <a:solidFill>
                  <a:srgbClr val="1B1B0F"/>
                </a:solidFill>
                <a:latin typeface="Trebuchet MS"/>
                <a:cs typeface="Trebuchet MS"/>
              </a:rPr>
              <a:t> </a:t>
            </a:r>
            <a:r>
              <a:rPr sz="2400" spc="80" dirty="0">
                <a:solidFill>
                  <a:srgbClr val="1B1B0F"/>
                </a:solidFill>
                <a:latin typeface="Trebuchet MS"/>
                <a:cs typeface="Trebuchet MS"/>
              </a:rPr>
              <a:t>identifies</a:t>
            </a:r>
            <a:r>
              <a:rPr sz="2400" spc="55" dirty="0">
                <a:solidFill>
                  <a:srgbClr val="1B1B0F"/>
                </a:solidFill>
                <a:latin typeface="Trebuchet MS"/>
                <a:cs typeface="Trebuchet MS"/>
              </a:rPr>
              <a:t> </a:t>
            </a:r>
            <a:r>
              <a:rPr sz="2400" spc="140" dirty="0">
                <a:solidFill>
                  <a:srgbClr val="1B1B0F"/>
                </a:solidFill>
                <a:latin typeface="Trebuchet MS"/>
                <a:cs typeface="Trebuchet MS"/>
              </a:rPr>
              <a:t>continuous </a:t>
            </a:r>
            <a:r>
              <a:rPr sz="2400" spc="100" dirty="0">
                <a:solidFill>
                  <a:srgbClr val="1B1B0F"/>
                </a:solidFill>
                <a:latin typeface="Trebuchet MS"/>
                <a:cs typeface="Trebuchet MS"/>
              </a:rPr>
              <a:t>adjacent</a:t>
            </a:r>
            <a:r>
              <a:rPr sz="2400" spc="75" dirty="0">
                <a:solidFill>
                  <a:srgbClr val="1B1B0F"/>
                </a:solidFill>
                <a:latin typeface="Trebuchet MS"/>
                <a:cs typeface="Trebuchet MS"/>
              </a:rPr>
              <a:t> </a:t>
            </a:r>
            <a:r>
              <a:rPr sz="2400" spc="110" dirty="0">
                <a:solidFill>
                  <a:srgbClr val="1B1B0F"/>
                </a:solidFill>
                <a:latin typeface="Trebuchet MS"/>
                <a:cs typeface="Trebuchet MS"/>
              </a:rPr>
              <a:t>pixels</a:t>
            </a:r>
            <a:r>
              <a:rPr sz="2400" spc="85" dirty="0">
                <a:solidFill>
                  <a:srgbClr val="1B1B0F"/>
                </a:solidFill>
                <a:latin typeface="Trebuchet MS"/>
                <a:cs typeface="Trebuchet MS"/>
              </a:rPr>
              <a:t> </a:t>
            </a:r>
            <a:r>
              <a:rPr sz="2400" spc="90" dirty="0">
                <a:solidFill>
                  <a:srgbClr val="1B1B0F"/>
                </a:solidFill>
                <a:latin typeface="Trebuchet MS"/>
                <a:cs typeface="Trebuchet MS"/>
              </a:rPr>
              <a:t>that </a:t>
            </a:r>
            <a:r>
              <a:rPr sz="2400" dirty="0">
                <a:solidFill>
                  <a:srgbClr val="1B1B0F"/>
                </a:solidFill>
                <a:latin typeface="Trebuchet MS"/>
                <a:cs typeface="Trebuchet MS"/>
              </a:rPr>
              <a:t>differ</a:t>
            </a:r>
            <a:r>
              <a:rPr sz="2400" spc="85" dirty="0">
                <a:solidFill>
                  <a:srgbClr val="1B1B0F"/>
                </a:solidFill>
                <a:latin typeface="Trebuchet MS"/>
                <a:cs typeface="Trebuchet MS"/>
              </a:rPr>
              <a:t> </a:t>
            </a:r>
            <a:r>
              <a:rPr sz="2400" spc="114" dirty="0">
                <a:solidFill>
                  <a:srgbClr val="1B1B0F"/>
                </a:solidFill>
                <a:latin typeface="Trebuchet MS"/>
                <a:cs typeface="Trebuchet MS"/>
              </a:rPr>
              <a:t>greatly</a:t>
            </a:r>
            <a:r>
              <a:rPr sz="2400" spc="90" dirty="0">
                <a:solidFill>
                  <a:srgbClr val="1B1B0F"/>
                </a:solidFill>
                <a:latin typeface="Trebuchet MS"/>
                <a:cs typeface="Trebuchet MS"/>
              </a:rPr>
              <a:t> </a:t>
            </a:r>
            <a:r>
              <a:rPr sz="2400" spc="80" dirty="0">
                <a:solidFill>
                  <a:srgbClr val="1B1B0F"/>
                </a:solidFill>
                <a:latin typeface="Trebuchet MS"/>
                <a:cs typeface="Trebuchet MS"/>
              </a:rPr>
              <a:t>in</a:t>
            </a:r>
            <a:r>
              <a:rPr sz="2400" spc="90" dirty="0">
                <a:solidFill>
                  <a:srgbClr val="1B1B0F"/>
                </a:solidFill>
                <a:latin typeface="Trebuchet MS"/>
                <a:cs typeface="Trebuchet MS"/>
              </a:rPr>
              <a:t> </a:t>
            </a:r>
            <a:r>
              <a:rPr sz="2400" spc="95" dirty="0">
                <a:solidFill>
                  <a:srgbClr val="1B1B0F"/>
                </a:solidFill>
                <a:latin typeface="Trebuchet MS"/>
                <a:cs typeface="Trebuchet MS"/>
              </a:rPr>
              <a:t>intensity </a:t>
            </a:r>
            <a:r>
              <a:rPr sz="2400" spc="105" dirty="0">
                <a:solidFill>
                  <a:srgbClr val="1B1B0F"/>
                </a:solidFill>
                <a:latin typeface="Trebuchet MS"/>
                <a:cs typeface="Trebuchet MS"/>
              </a:rPr>
              <a:t>or</a:t>
            </a:r>
            <a:r>
              <a:rPr sz="2400" spc="50" dirty="0">
                <a:solidFill>
                  <a:srgbClr val="1B1B0F"/>
                </a:solidFill>
                <a:latin typeface="Trebuchet MS"/>
                <a:cs typeface="Trebuchet MS"/>
              </a:rPr>
              <a:t> </a:t>
            </a:r>
            <a:r>
              <a:rPr sz="2400" spc="-10" dirty="0">
                <a:solidFill>
                  <a:srgbClr val="1B1B0F"/>
                </a:solidFill>
                <a:latin typeface="Trebuchet MS"/>
                <a:cs typeface="Trebuchet MS"/>
              </a:rPr>
              <a:t>color.</a:t>
            </a:r>
            <a:endParaRPr sz="2400">
              <a:latin typeface="Trebuchet MS"/>
              <a:cs typeface="Trebuchet MS"/>
            </a:endParaRPr>
          </a:p>
          <a:p>
            <a:pPr marL="487045" lvl="1" indent="-206375">
              <a:lnSpc>
                <a:spcPct val="100000"/>
              </a:lnSpc>
              <a:buChar char="-"/>
              <a:tabLst>
                <a:tab pos="487045" algn="l"/>
              </a:tabLst>
            </a:pPr>
            <a:r>
              <a:rPr sz="2400" spc="110" dirty="0">
                <a:solidFill>
                  <a:srgbClr val="1B1B0F"/>
                </a:solidFill>
                <a:latin typeface="Trebuchet MS"/>
                <a:cs typeface="Trebuchet MS"/>
              </a:rPr>
              <a:t>corner</a:t>
            </a:r>
            <a:r>
              <a:rPr sz="2400" spc="60" dirty="0">
                <a:solidFill>
                  <a:srgbClr val="1B1B0F"/>
                </a:solidFill>
                <a:latin typeface="Trebuchet MS"/>
                <a:cs typeface="Trebuchet MS"/>
              </a:rPr>
              <a:t> </a:t>
            </a:r>
            <a:r>
              <a:rPr sz="2400" spc="95" dirty="0">
                <a:solidFill>
                  <a:srgbClr val="1B1B0F"/>
                </a:solidFill>
                <a:latin typeface="Trebuchet MS"/>
                <a:cs typeface="Trebuchet MS"/>
              </a:rPr>
              <a:t>detection</a:t>
            </a:r>
            <a:r>
              <a:rPr sz="2400" spc="60" dirty="0">
                <a:solidFill>
                  <a:srgbClr val="1B1B0F"/>
                </a:solidFill>
                <a:latin typeface="Trebuchet MS"/>
                <a:cs typeface="Trebuchet MS"/>
              </a:rPr>
              <a:t> </a:t>
            </a:r>
            <a:r>
              <a:rPr sz="2400" spc="120" dirty="0">
                <a:solidFill>
                  <a:srgbClr val="1B1B0F"/>
                </a:solidFill>
                <a:latin typeface="Trebuchet MS"/>
                <a:cs typeface="Trebuchet MS"/>
              </a:rPr>
              <a:t>is</a:t>
            </a:r>
            <a:r>
              <a:rPr sz="2400" spc="60" dirty="0">
                <a:solidFill>
                  <a:srgbClr val="1B1B0F"/>
                </a:solidFill>
                <a:latin typeface="Trebuchet MS"/>
                <a:cs typeface="Trebuchet MS"/>
              </a:rPr>
              <a:t> </a:t>
            </a:r>
            <a:r>
              <a:rPr sz="2400" spc="175" dirty="0">
                <a:solidFill>
                  <a:srgbClr val="1B1B0F"/>
                </a:solidFill>
                <a:latin typeface="Trebuchet MS"/>
                <a:cs typeface="Trebuchet MS"/>
              </a:rPr>
              <a:t>done</a:t>
            </a:r>
            <a:r>
              <a:rPr sz="2400" spc="65" dirty="0">
                <a:solidFill>
                  <a:srgbClr val="1B1B0F"/>
                </a:solidFill>
                <a:latin typeface="Trebuchet MS"/>
                <a:cs typeface="Trebuchet MS"/>
              </a:rPr>
              <a:t> </a:t>
            </a:r>
            <a:r>
              <a:rPr sz="2400" spc="80" dirty="0">
                <a:solidFill>
                  <a:srgbClr val="1B1B0F"/>
                </a:solidFill>
                <a:latin typeface="Trebuchet MS"/>
                <a:cs typeface="Trebuchet MS"/>
              </a:rPr>
              <a:t>in</a:t>
            </a:r>
            <a:r>
              <a:rPr sz="2400" spc="60" dirty="0">
                <a:solidFill>
                  <a:srgbClr val="1B1B0F"/>
                </a:solidFill>
                <a:latin typeface="Trebuchet MS"/>
                <a:cs typeface="Trebuchet MS"/>
              </a:rPr>
              <a:t> </a:t>
            </a:r>
            <a:r>
              <a:rPr sz="2400" spc="105" dirty="0">
                <a:solidFill>
                  <a:srgbClr val="1B1B0F"/>
                </a:solidFill>
                <a:latin typeface="Trebuchet MS"/>
                <a:cs typeface="Trebuchet MS"/>
              </a:rPr>
              <a:t>similar</a:t>
            </a:r>
            <a:r>
              <a:rPr sz="2400" spc="55" dirty="0">
                <a:solidFill>
                  <a:srgbClr val="1B1B0F"/>
                </a:solidFill>
                <a:latin typeface="Trebuchet MS"/>
                <a:cs typeface="Trebuchet MS"/>
              </a:rPr>
              <a:t> </a:t>
            </a:r>
            <a:r>
              <a:rPr sz="2400" spc="170" dirty="0">
                <a:solidFill>
                  <a:srgbClr val="1B1B0F"/>
                </a:solidFill>
                <a:latin typeface="Trebuchet MS"/>
                <a:cs typeface="Trebuchet MS"/>
              </a:rPr>
              <a:t>way</a:t>
            </a:r>
            <a:endParaRPr sz="2400">
              <a:latin typeface="Trebuchet MS"/>
              <a:cs typeface="Trebuchet MS"/>
            </a:endParaRPr>
          </a:p>
          <a:p>
            <a:pPr marL="487045" lvl="1" indent="-206375">
              <a:lnSpc>
                <a:spcPct val="100000"/>
              </a:lnSpc>
              <a:buChar char="-"/>
              <a:tabLst>
                <a:tab pos="487045" algn="l"/>
              </a:tabLst>
            </a:pPr>
            <a:r>
              <a:rPr sz="2400" spc="195" dirty="0">
                <a:solidFill>
                  <a:srgbClr val="1B1B0F"/>
                </a:solidFill>
                <a:latin typeface="Trebuchet MS"/>
                <a:cs typeface="Trebuchet MS"/>
              </a:rPr>
              <a:t>edge</a:t>
            </a:r>
            <a:r>
              <a:rPr sz="2400" spc="50" dirty="0">
                <a:solidFill>
                  <a:srgbClr val="1B1B0F"/>
                </a:solidFill>
                <a:latin typeface="Trebuchet MS"/>
                <a:cs typeface="Trebuchet MS"/>
              </a:rPr>
              <a:t> </a:t>
            </a:r>
            <a:r>
              <a:rPr sz="2400" spc="195" dirty="0">
                <a:solidFill>
                  <a:srgbClr val="1B1B0F"/>
                </a:solidFill>
                <a:latin typeface="Trebuchet MS"/>
                <a:cs typeface="Trebuchet MS"/>
              </a:rPr>
              <a:t>and</a:t>
            </a:r>
            <a:r>
              <a:rPr sz="2400" spc="45" dirty="0">
                <a:solidFill>
                  <a:srgbClr val="1B1B0F"/>
                </a:solidFill>
                <a:latin typeface="Trebuchet MS"/>
                <a:cs typeface="Trebuchet MS"/>
              </a:rPr>
              <a:t> </a:t>
            </a:r>
            <a:r>
              <a:rPr sz="2400" spc="114" dirty="0">
                <a:solidFill>
                  <a:srgbClr val="1B1B0F"/>
                </a:solidFill>
                <a:latin typeface="Trebuchet MS"/>
                <a:cs typeface="Trebuchet MS"/>
              </a:rPr>
              <a:t>corner</a:t>
            </a:r>
            <a:r>
              <a:rPr sz="2400" spc="45" dirty="0">
                <a:solidFill>
                  <a:srgbClr val="1B1B0F"/>
                </a:solidFill>
                <a:latin typeface="Trebuchet MS"/>
                <a:cs typeface="Trebuchet MS"/>
              </a:rPr>
              <a:t> </a:t>
            </a:r>
            <a:r>
              <a:rPr sz="2400" spc="120" dirty="0">
                <a:solidFill>
                  <a:srgbClr val="1B1B0F"/>
                </a:solidFill>
                <a:latin typeface="Trebuchet MS"/>
                <a:cs typeface="Trebuchet MS"/>
              </a:rPr>
              <a:t>are</a:t>
            </a:r>
            <a:r>
              <a:rPr sz="2400" spc="40" dirty="0">
                <a:solidFill>
                  <a:srgbClr val="1B1B0F"/>
                </a:solidFill>
                <a:latin typeface="Trebuchet MS"/>
                <a:cs typeface="Trebuchet MS"/>
              </a:rPr>
              <a:t> </a:t>
            </a:r>
            <a:r>
              <a:rPr sz="2400" spc="95" dirty="0">
                <a:solidFill>
                  <a:srgbClr val="1B1B0F"/>
                </a:solidFill>
                <a:latin typeface="Trebuchet MS"/>
                <a:cs typeface="Trebuchet MS"/>
              </a:rPr>
              <a:t>labeled</a:t>
            </a:r>
            <a:endParaRPr sz="2400">
              <a:latin typeface="Trebuchet MS"/>
              <a:cs typeface="Trebuchet M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Image</a:t>
            </a:r>
            <a:r>
              <a:rPr spc="-170" dirty="0"/>
              <a:t> </a:t>
            </a:r>
            <a:r>
              <a:rPr dirty="0"/>
              <a:t>Recognition</a:t>
            </a:r>
            <a:r>
              <a:rPr spc="-170" dirty="0"/>
              <a:t> </a:t>
            </a:r>
            <a:r>
              <a:rPr spc="-10" dirty="0"/>
              <a:t>Steps</a:t>
            </a:r>
          </a:p>
        </p:txBody>
      </p:sp>
      <p:sp>
        <p:nvSpPr>
          <p:cNvPr id="3" name="object 3"/>
          <p:cNvSpPr txBox="1"/>
          <p:nvPr/>
        </p:nvSpPr>
        <p:spPr>
          <a:xfrm>
            <a:off x="868578" y="1861820"/>
            <a:ext cx="7212965" cy="1854835"/>
          </a:xfrm>
          <a:prstGeom prst="rect">
            <a:avLst/>
          </a:prstGeom>
        </p:spPr>
        <p:txBody>
          <a:bodyPr vert="horz" wrap="square" lIns="0" tIns="12700" rIns="0" bIns="0" rtlCol="0">
            <a:spAutoFit/>
          </a:bodyPr>
          <a:lstStyle/>
          <a:p>
            <a:pPr marL="280670" indent="-267970">
              <a:lnSpc>
                <a:spcPct val="100000"/>
              </a:lnSpc>
              <a:spcBef>
                <a:spcPts val="100"/>
              </a:spcBef>
              <a:buChar char="•"/>
              <a:tabLst>
                <a:tab pos="280670" algn="l"/>
              </a:tabLst>
            </a:pPr>
            <a:r>
              <a:rPr sz="2400" spc="80" dirty="0">
                <a:solidFill>
                  <a:srgbClr val="1B1B0F"/>
                </a:solidFill>
                <a:latin typeface="Trebuchet MS"/>
                <a:cs typeface="Trebuchet MS"/>
              </a:rPr>
              <a:t>Extraction:</a:t>
            </a:r>
            <a:endParaRPr sz="2400">
              <a:latin typeface="Trebuchet MS"/>
              <a:cs typeface="Trebuchet MS"/>
            </a:endParaRPr>
          </a:p>
          <a:p>
            <a:pPr marL="280670" marR="5080">
              <a:lnSpc>
                <a:spcPct val="100000"/>
              </a:lnSpc>
            </a:pPr>
            <a:r>
              <a:rPr sz="2400" spc="-45" dirty="0">
                <a:solidFill>
                  <a:srgbClr val="1B1B0F"/>
                </a:solidFill>
                <a:latin typeface="Trebuchet MS"/>
                <a:cs typeface="Trebuchet MS"/>
              </a:rPr>
              <a:t>-</a:t>
            </a:r>
            <a:r>
              <a:rPr sz="2400" spc="175" dirty="0">
                <a:solidFill>
                  <a:srgbClr val="1B1B0F"/>
                </a:solidFill>
                <a:latin typeface="Trebuchet MS"/>
                <a:cs typeface="Trebuchet MS"/>
              </a:rPr>
              <a:t>computes</a:t>
            </a:r>
            <a:r>
              <a:rPr sz="2400" spc="70" dirty="0">
                <a:solidFill>
                  <a:srgbClr val="1B1B0F"/>
                </a:solidFill>
                <a:latin typeface="Trebuchet MS"/>
                <a:cs typeface="Trebuchet MS"/>
              </a:rPr>
              <a:t> </a:t>
            </a:r>
            <a:r>
              <a:rPr sz="2400" dirty="0">
                <a:solidFill>
                  <a:srgbClr val="1B1B0F"/>
                </a:solidFill>
                <a:latin typeface="Trebuchet MS"/>
                <a:cs typeface="Trebuchet MS"/>
              </a:rPr>
              <a:t>list</a:t>
            </a:r>
            <a:r>
              <a:rPr sz="2400" spc="85" dirty="0">
                <a:solidFill>
                  <a:srgbClr val="1B1B0F"/>
                </a:solidFill>
                <a:latin typeface="Trebuchet MS"/>
                <a:cs typeface="Trebuchet MS"/>
              </a:rPr>
              <a:t> </a:t>
            </a:r>
            <a:r>
              <a:rPr sz="2400" spc="60" dirty="0">
                <a:solidFill>
                  <a:srgbClr val="1B1B0F"/>
                </a:solidFill>
                <a:latin typeface="Trebuchet MS"/>
                <a:cs typeface="Trebuchet MS"/>
              </a:rPr>
              <a:t>of</a:t>
            </a:r>
            <a:r>
              <a:rPr sz="2400" spc="80" dirty="0">
                <a:solidFill>
                  <a:srgbClr val="1B1B0F"/>
                </a:solidFill>
                <a:latin typeface="Trebuchet MS"/>
                <a:cs typeface="Trebuchet MS"/>
              </a:rPr>
              <a:t> </a:t>
            </a:r>
            <a:r>
              <a:rPr sz="2400" spc="105" dirty="0">
                <a:solidFill>
                  <a:srgbClr val="1B1B0F"/>
                </a:solidFill>
                <a:latin typeface="Trebuchet MS"/>
                <a:cs typeface="Trebuchet MS"/>
              </a:rPr>
              <a:t>properties</a:t>
            </a:r>
            <a:r>
              <a:rPr sz="2400" spc="80" dirty="0">
                <a:solidFill>
                  <a:srgbClr val="1B1B0F"/>
                </a:solidFill>
                <a:latin typeface="Trebuchet MS"/>
                <a:cs typeface="Trebuchet MS"/>
              </a:rPr>
              <a:t> </a:t>
            </a:r>
            <a:r>
              <a:rPr sz="2400" spc="55" dirty="0">
                <a:solidFill>
                  <a:srgbClr val="1B1B0F"/>
                </a:solidFill>
                <a:latin typeface="Trebuchet MS"/>
                <a:cs typeface="Trebuchet MS"/>
              </a:rPr>
              <a:t>for</a:t>
            </a:r>
            <a:r>
              <a:rPr sz="2400" spc="80" dirty="0">
                <a:solidFill>
                  <a:srgbClr val="1B1B0F"/>
                </a:solidFill>
                <a:latin typeface="Trebuchet MS"/>
                <a:cs typeface="Trebuchet MS"/>
              </a:rPr>
              <a:t> </a:t>
            </a:r>
            <a:r>
              <a:rPr sz="2400" spc="170" dirty="0">
                <a:solidFill>
                  <a:srgbClr val="1B1B0F"/>
                </a:solidFill>
                <a:latin typeface="Trebuchet MS"/>
                <a:cs typeface="Trebuchet MS"/>
              </a:rPr>
              <a:t>each</a:t>
            </a:r>
            <a:r>
              <a:rPr sz="2400" spc="80" dirty="0">
                <a:solidFill>
                  <a:srgbClr val="1B1B0F"/>
                </a:solidFill>
                <a:latin typeface="Trebuchet MS"/>
                <a:cs typeface="Trebuchet MS"/>
              </a:rPr>
              <a:t> </a:t>
            </a:r>
            <a:r>
              <a:rPr sz="2400" spc="165" dirty="0">
                <a:solidFill>
                  <a:srgbClr val="1B1B0F"/>
                </a:solidFill>
                <a:latin typeface="Trebuchet MS"/>
                <a:cs typeface="Trebuchet MS"/>
              </a:rPr>
              <a:t>group</a:t>
            </a:r>
            <a:r>
              <a:rPr sz="2400" spc="90" dirty="0">
                <a:solidFill>
                  <a:srgbClr val="1B1B0F"/>
                </a:solidFill>
                <a:latin typeface="Trebuchet MS"/>
                <a:cs typeface="Trebuchet MS"/>
              </a:rPr>
              <a:t> </a:t>
            </a:r>
            <a:r>
              <a:rPr sz="2400" spc="35" dirty="0">
                <a:solidFill>
                  <a:srgbClr val="1B1B0F"/>
                </a:solidFill>
                <a:latin typeface="Trebuchet MS"/>
                <a:cs typeface="Trebuchet MS"/>
              </a:rPr>
              <a:t>of </a:t>
            </a:r>
            <a:r>
              <a:rPr sz="2400" spc="100" dirty="0">
                <a:solidFill>
                  <a:srgbClr val="1B1B0F"/>
                </a:solidFill>
                <a:latin typeface="Trebuchet MS"/>
                <a:cs typeface="Trebuchet MS"/>
              </a:rPr>
              <a:t>pixels</a:t>
            </a:r>
            <a:endParaRPr sz="2400">
              <a:latin typeface="Trebuchet MS"/>
              <a:cs typeface="Trebuchet MS"/>
            </a:endParaRPr>
          </a:p>
          <a:p>
            <a:pPr marL="280670" marR="332105">
              <a:lnSpc>
                <a:spcPct val="100000"/>
              </a:lnSpc>
            </a:pPr>
            <a:r>
              <a:rPr sz="2400" dirty="0">
                <a:solidFill>
                  <a:srgbClr val="1B1B0F"/>
                </a:solidFill>
                <a:latin typeface="Trebuchet MS"/>
                <a:cs typeface="Trebuchet MS"/>
              </a:rPr>
              <a:t>-</a:t>
            </a:r>
            <a:r>
              <a:rPr sz="2400" spc="70" dirty="0">
                <a:solidFill>
                  <a:srgbClr val="1B1B0F"/>
                </a:solidFill>
                <a:latin typeface="Trebuchet MS"/>
                <a:cs typeface="Trebuchet MS"/>
              </a:rPr>
              <a:t> </a:t>
            </a:r>
            <a:r>
              <a:rPr sz="2400" spc="55" dirty="0">
                <a:solidFill>
                  <a:srgbClr val="1B1B0F"/>
                </a:solidFill>
                <a:latin typeface="Trebuchet MS"/>
                <a:cs typeface="Trebuchet MS"/>
              </a:rPr>
              <a:t>for</a:t>
            </a:r>
            <a:r>
              <a:rPr sz="2400" spc="75" dirty="0">
                <a:solidFill>
                  <a:srgbClr val="1B1B0F"/>
                </a:solidFill>
                <a:latin typeface="Trebuchet MS"/>
                <a:cs typeface="Trebuchet MS"/>
              </a:rPr>
              <a:t> </a:t>
            </a:r>
            <a:r>
              <a:rPr sz="2400" dirty="0">
                <a:solidFill>
                  <a:srgbClr val="1B1B0F"/>
                </a:solidFill>
                <a:latin typeface="Trebuchet MS"/>
                <a:cs typeface="Trebuchet MS"/>
              </a:rPr>
              <a:t>e.g.</a:t>
            </a:r>
            <a:r>
              <a:rPr sz="2400" spc="90" dirty="0">
                <a:solidFill>
                  <a:srgbClr val="1B1B0F"/>
                </a:solidFill>
                <a:latin typeface="Trebuchet MS"/>
                <a:cs typeface="Trebuchet MS"/>
              </a:rPr>
              <a:t> </a:t>
            </a:r>
            <a:r>
              <a:rPr sz="2400" spc="65" dirty="0">
                <a:solidFill>
                  <a:srgbClr val="1B1B0F"/>
                </a:solidFill>
                <a:latin typeface="Trebuchet MS"/>
                <a:cs typeface="Trebuchet MS"/>
              </a:rPr>
              <a:t>centroid,</a:t>
            </a:r>
            <a:r>
              <a:rPr sz="2400" spc="90" dirty="0">
                <a:solidFill>
                  <a:srgbClr val="1B1B0F"/>
                </a:solidFill>
                <a:latin typeface="Trebuchet MS"/>
                <a:cs typeface="Trebuchet MS"/>
              </a:rPr>
              <a:t> </a:t>
            </a:r>
            <a:r>
              <a:rPr sz="2400" spc="80" dirty="0">
                <a:solidFill>
                  <a:srgbClr val="1B1B0F"/>
                </a:solidFill>
                <a:latin typeface="Trebuchet MS"/>
                <a:cs typeface="Trebuchet MS"/>
              </a:rPr>
              <a:t>area,</a:t>
            </a:r>
            <a:r>
              <a:rPr sz="2400" spc="90" dirty="0">
                <a:solidFill>
                  <a:srgbClr val="1B1B0F"/>
                </a:solidFill>
                <a:latin typeface="Trebuchet MS"/>
                <a:cs typeface="Trebuchet MS"/>
              </a:rPr>
              <a:t> </a:t>
            </a:r>
            <a:r>
              <a:rPr sz="2400" spc="75" dirty="0">
                <a:solidFill>
                  <a:srgbClr val="1B1B0F"/>
                </a:solidFill>
                <a:latin typeface="Trebuchet MS"/>
                <a:cs typeface="Trebuchet MS"/>
              </a:rPr>
              <a:t>orientation,</a:t>
            </a:r>
            <a:r>
              <a:rPr sz="2400" spc="80" dirty="0">
                <a:solidFill>
                  <a:srgbClr val="1B1B0F"/>
                </a:solidFill>
                <a:latin typeface="Trebuchet MS"/>
                <a:cs typeface="Trebuchet MS"/>
              </a:rPr>
              <a:t> </a:t>
            </a:r>
            <a:r>
              <a:rPr sz="2400" spc="95" dirty="0">
                <a:solidFill>
                  <a:srgbClr val="1B1B0F"/>
                </a:solidFill>
                <a:latin typeface="Trebuchet MS"/>
                <a:cs typeface="Trebuchet MS"/>
              </a:rPr>
              <a:t>spatial </a:t>
            </a:r>
            <a:r>
              <a:rPr sz="2400" spc="195" dirty="0">
                <a:solidFill>
                  <a:srgbClr val="1B1B0F"/>
                </a:solidFill>
                <a:latin typeface="Trebuchet MS"/>
                <a:cs typeface="Trebuchet MS"/>
              </a:rPr>
              <a:t>moments</a:t>
            </a:r>
            <a:endParaRPr sz="2400">
              <a:latin typeface="Trebuchet MS"/>
              <a:cs typeface="Trebuchet M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Image</a:t>
            </a:r>
            <a:r>
              <a:rPr spc="-170" dirty="0"/>
              <a:t> </a:t>
            </a:r>
            <a:r>
              <a:rPr dirty="0"/>
              <a:t>Recognition</a:t>
            </a:r>
            <a:r>
              <a:rPr spc="-170" dirty="0"/>
              <a:t> </a:t>
            </a:r>
            <a:r>
              <a:rPr spc="-10" dirty="0"/>
              <a:t>Steps</a:t>
            </a:r>
          </a:p>
        </p:txBody>
      </p:sp>
      <p:sp>
        <p:nvSpPr>
          <p:cNvPr id="3" name="object 3"/>
          <p:cNvSpPr txBox="1"/>
          <p:nvPr/>
        </p:nvSpPr>
        <p:spPr>
          <a:xfrm>
            <a:off x="868578" y="1861820"/>
            <a:ext cx="6630670" cy="1489075"/>
          </a:xfrm>
          <a:prstGeom prst="rect">
            <a:avLst/>
          </a:prstGeom>
        </p:spPr>
        <p:txBody>
          <a:bodyPr vert="horz" wrap="square" lIns="0" tIns="12700" rIns="0" bIns="0" rtlCol="0">
            <a:spAutoFit/>
          </a:bodyPr>
          <a:lstStyle/>
          <a:p>
            <a:pPr marL="280670" indent="-267970">
              <a:lnSpc>
                <a:spcPct val="100000"/>
              </a:lnSpc>
              <a:spcBef>
                <a:spcPts val="100"/>
              </a:spcBef>
              <a:buChar char="•"/>
              <a:tabLst>
                <a:tab pos="280670" algn="l"/>
              </a:tabLst>
            </a:pPr>
            <a:r>
              <a:rPr sz="2400" spc="130" dirty="0">
                <a:solidFill>
                  <a:srgbClr val="1B1B0F"/>
                </a:solidFill>
                <a:latin typeface="Trebuchet MS"/>
                <a:cs typeface="Trebuchet MS"/>
              </a:rPr>
              <a:t>Matching:</a:t>
            </a:r>
            <a:endParaRPr sz="2400">
              <a:latin typeface="Trebuchet MS"/>
              <a:cs typeface="Trebuchet MS"/>
            </a:endParaRPr>
          </a:p>
          <a:p>
            <a:pPr marL="280670" marR="5080" lvl="1" indent="206375">
              <a:lnSpc>
                <a:spcPct val="100000"/>
              </a:lnSpc>
              <a:buChar char="-"/>
              <a:tabLst>
                <a:tab pos="487045" algn="l"/>
              </a:tabLst>
            </a:pPr>
            <a:r>
              <a:rPr sz="2400" spc="175" dirty="0">
                <a:solidFill>
                  <a:srgbClr val="1B1B0F"/>
                </a:solidFill>
                <a:latin typeface="Trebuchet MS"/>
                <a:cs typeface="Trebuchet MS"/>
              </a:rPr>
              <a:t>compares</a:t>
            </a:r>
            <a:r>
              <a:rPr sz="2400" spc="45" dirty="0">
                <a:solidFill>
                  <a:srgbClr val="1B1B0F"/>
                </a:solidFill>
                <a:latin typeface="Trebuchet MS"/>
                <a:cs typeface="Trebuchet MS"/>
              </a:rPr>
              <a:t> </a:t>
            </a:r>
            <a:r>
              <a:rPr sz="2400" spc="165" dirty="0">
                <a:solidFill>
                  <a:srgbClr val="1B1B0F"/>
                </a:solidFill>
                <a:latin typeface="Trebuchet MS"/>
                <a:cs typeface="Trebuchet MS"/>
              </a:rPr>
              <a:t>each</a:t>
            </a:r>
            <a:r>
              <a:rPr sz="2400" spc="55" dirty="0">
                <a:solidFill>
                  <a:srgbClr val="1B1B0F"/>
                </a:solidFill>
                <a:latin typeface="Trebuchet MS"/>
                <a:cs typeface="Trebuchet MS"/>
              </a:rPr>
              <a:t> </a:t>
            </a:r>
            <a:r>
              <a:rPr sz="2400" spc="65" dirty="0">
                <a:solidFill>
                  <a:srgbClr val="1B1B0F"/>
                </a:solidFill>
                <a:latin typeface="Trebuchet MS"/>
                <a:cs typeface="Trebuchet MS"/>
              </a:rPr>
              <a:t>object</a:t>
            </a:r>
            <a:r>
              <a:rPr sz="2400" spc="60" dirty="0">
                <a:solidFill>
                  <a:srgbClr val="1B1B0F"/>
                </a:solidFill>
                <a:latin typeface="Trebuchet MS"/>
                <a:cs typeface="Trebuchet MS"/>
              </a:rPr>
              <a:t> </a:t>
            </a:r>
            <a:r>
              <a:rPr sz="2400" spc="80" dirty="0">
                <a:solidFill>
                  <a:srgbClr val="1B1B0F"/>
                </a:solidFill>
                <a:latin typeface="Trebuchet MS"/>
                <a:cs typeface="Trebuchet MS"/>
              </a:rPr>
              <a:t>in</a:t>
            </a:r>
            <a:r>
              <a:rPr sz="2400" spc="50" dirty="0">
                <a:solidFill>
                  <a:srgbClr val="1B1B0F"/>
                </a:solidFill>
                <a:latin typeface="Trebuchet MS"/>
                <a:cs typeface="Trebuchet MS"/>
              </a:rPr>
              <a:t> </a:t>
            </a:r>
            <a:r>
              <a:rPr sz="2400" spc="114" dirty="0">
                <a:solidFill>
                  <a:srgbClr val="1B1B0F"/>
                </a:solidFill>
                <a:latin typeface="Trebuchet MS"/>
                <a:cs typeface="Trebuchet MS"/>
              </a:rPr>
              <a:t>the</a:t>
            </a:r>
            <a:r>
              <a:rPr sz="2400" spc="45" dirty="0">
                <a:solidFill>
                  <a:srgbClr val="1B1B0F"/>
                </a:solidFill>
                <a:latin typeface="Trebuchet MS"/>
                <a:cs typeface="Trebuchet MS"/>
              </a:rPr>
              <a:t> </a:t>
            </a:r>
            <a:r>
              <a:rPr sz="2400" spc="195" dirty="0">
                <a:solidFill>
                  <a:srgbClr val="1B1B0F"/>
                </a:solidFill>
                <a:latin typeface="Trebuchet MS"/>
                <a:cs typeface="Trebuchet MS"/>
              </a:rPr>
              <a:t>image</a:t>
            </a:r>
            <a:r>
              <a:rPr sz="2400" spc="50" dirty="0">
                <a:solidFill>
                  <a:srgbClr val="1B1B0F"/>
                </a:solidFill>
                <a:latin typeface="Trebuchet MS"/>
                <a:cs typeface="Trebuchet MS"/>
              </a:rPr>
              <a:t> </a:t>
            </a:r>
            <a:r>
              <a:rPr sz="2400" spc="55" dirty="0">
                <a:solidFill>
                  <a:srgbClr val="1B1B0F"/>
                </a:solidFill>
                <a:latin typeface="Trebuchet MS"/>
                <a:cs typeface="Trebuchet MS"/>
              </a:rPr>
              <a:t>with </a:t>
            </a:r>
            <a:r>
              <a:rPr sz="2400" spc="130" dirty="0">
                <a:solidFill>
                  <a:srgbClr val="1B1B0F"/>
                </a:solidFill>
                <a:latin typeface="Trebuchet MS"/>
                <a:cs typeface="Trebuchet MS"/>
              </a:rPr>
              <a:t>previously</a:t>
            </a:r>
            <a:r>
              <a:rPr sz="2400" spc="60" dirty="0">
                <a:solidFill>
                  <a:srgbClr val="1B1B0F"/>
                </a:solidFill>
                <a:latin typeface="Trebuchet MS"/>
                <a:cs typeface="Trebuchet MS"/>
              </a:rPr>
              <a:t> </a:t>
            </a:r>
            <a:r>
              <a:rPr sz="2400" spc="114" dirty="0">
                <a:solidFill>
                  <a:srgbClr val="1B1B0F"/>
                </a:solidFill>
                <a:latin typeface="Trebuchet MS"/>
                <a:cs typeface="Trebuchet MS"/>
              </a:rPr>
              <a:t>stored</a:t>
            </a:r>
            <a:r>
              <a:rPr sz="2400" spc="70" dirty="0">
                <a:solidFill>
                  <a:srgbClr val="1B1B0F"/>
                </a:solidFill>
                <a:latin typeface="Trebuchet MS"/>
                <a:cs typeface="Trebuchet MS"/>
              </a:rPr>
              <a:t> </a:t>
            </a:r>
            <a:r>
              <a:rPr sz="2400" spc="165" dirty="0">
                <a:solidFill>
                  <a:srgbClr val="1B1B0F"/>
                </a:solidFill>
                <a:latin typeface="Trebuchet MS"/>
                <a:cs typeface="Trebuchet MS"/>
              </a:rPr>
              <a:t>models</a:t>
            </a:r>
            <a:endParaRPr sz="2400">
              <a:latin typeface="Trebuchet MS"/>
              <a:cs typeface="Trebuchet MS"/>
            </a:endParaRPr>
          </a:p>
          <a:p>
            <a:pPr marL="487045" lvl="1" indent="-206375">
              <a:lnSpc>
                <a:spcPct val="100000"/>
              </a:lnSpc>
              <a:buChar char="-"/>
              <a:tabLst>
                <a:tab pos="487045" algn="l"/>
              </a:tabLst>
            </a:pPr>
            <a:r>
              <a:rPr sz="2400" spc="135" dirty="0">
                <a:solidFill>
                  <a:srgbClr val="1B1B0F"/>
                </a:solidFill>
                <a:latin typeface="Trebuchet MS"/>
                <a:cs typeface="Trebuchet MS"/>
              </a:rPr>
              <a:t>determines</a:t>
            </a:r>
            <a:r>
              <a:rPr sz="2400" spc="65" dirty="0">
                <a:solidFill>
                  <a:srgbClr val="1B1B0F"/>
                </a:solidFill>
                <a:latin typeface="Trebuchet MS"/>
                <a:cs typeface="Trebuchet MS"/>
              </a:rPr>
              <a:t> </a:t>
            </a:r>
            <a:r>
              <a:rPr sz="2400" spc="140" dirty="0">
                <a:solidFill>
                  <a:srgbClr val="1B1B0F"/>
                </a:solidFill>
                <a:latin typeface="Trebuchet MS"/>
                <a:cs typeface="Trebuchet MS"/>
              </a:rPr>
              <a:t>best</a:t>
            </a:r>
            <a:r>
              <a:rPr sz="2400" spc="55" dirty="0">
                <a:solidFill>
                  <a:srgbClr val="1B1B0F"/>
                </a:solidFill>
                <a:latin typeface="Trebuchet MS"/>
                <a:cs typeface="Trebuchet MS"/>
              </a:rPr>
              <a:t> </a:t>
            </a:r>
            <a:r>
              <a:rPr sz="2400" spc="155" dirty="0">
                <a:solidFill>
                  <a:srgbClr val="1B1B0F"/>
                </a:solidFill>
                <a:latin typeface="Trebuchet MS"/>
                <a:cs typeface="Trebuchet MS"/>
              </a:rPr>
              <a:t>matching</a:t>
            </a:r>
            <a:endParaRPr sz="2400">
              <a:latin typeface="Trebuchet MS"/>
              <a:cs typeface="Trebuchet M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p:nvPr/>
        </p:nvSpPr>
        <p:spPr>
          <a:xfrm>
            <a:off x="534504" y="793699"/>
            <a:ext cx="3285490" cy="695960"/>
          </a:xfrm>
          <a:prstGeom prst="rect">
            <a:avLst/>
          </a:prstGeom>
        </p:spPr>
        <p:txBody>
          <a:bodyPr vert="horz" wrap="square" lIns="0" tIns="12700" rIns="0" bIns="0" rtlCol="0">
            <a:spAutoFit/>
          </a:bodyPr>
          <a:lstStyle/>
          <a:p>
            <a:pPr marL="12700">
              <a:lnSpc>
                <a:spcPct val="100000"/>
              </a:lnSpc>
              <a:spcBef>
                <a:spcPts val="100"/>
              </a:spcBef>
            </a:pPr>
            <a:r>
              <a:rPr sz="4400" dirty="0">
                <a:latin typeface="Arial MT"/>
                <a:cs typeface="Arial MT"/>
              </a:rPr>
              <a:t>File</a:t>
            </a:r>
            <a:r>
              <a:rPr sz="4400" spc="-50" dirty="0">
                <a:latin typeface="Arial MT"/>
                <a:cs typeface="Arial MT"/>
              </a:rPr>
              <a:t> </a:t>
            </a:r>
            <a:r>
              <a:rPr sz="4400" spc="-10" dirty="0">
                <a:latin typeface="Arial MT"/>
                <a:cs typeface="Arial MT"/>
              </a:rPr>
              <a:t>Formats:</a:t>
            </a:r>
            <a:endParaRPr sz="4400">
              <a:latin typeface="Arial MT"/>
              <a:cs typeface="Arial MT"/>
            </a:endParaRPr>
          </a:p>
        </p:txBody>
      </p:sp>
      <p:sp>
        <p:nvSpPr>
          <p:cNvPr id="3" name="object 3"/>
          <p:cNvSpPr txBox="1"/>
          <p:nvPr/>
        </p:nvSpPr>
        <p:spPr>
          <a:xfrm>
            <a:off x="473659" y="2105545"/>
            <a:ext cx="786257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Arial MT"/>
                <a:cs typeface="Arial MT"/>
              </a:rPr>
              <a:t>Decided</a:t>
            </a:r>
            <a:r>
              <a:rPr sz="2400" spc="-90" dirty="0">
                <a:latin typeface="Arial MT"/>
                <a:cs typeface="Arial MT"/>
              </a:rPr>
              <a:t> </a:t>
            </a:r>
            <a:r>
              <a:rPr sz="2400" dirty="0">
                <a:latin typeface="Arial MT"/>
                <a:cs typeface="Arial MT"/>
              </a:rPr>
              <a:t>by</a:t>
            </a:r>
            <a:r>
              <a:rPr sz="2400" spc="-85" dirty="0">
                <a:latin typeface="Arial MT"/>
                <a:cs typeface="Arial MT"/>
              </a:rPr>
              <a:t> </a:t>
            </a:r>
            <a:r>
              <a:rPr sz="2400" spc="-10" dirty="0">
                <a:latin typeface="Arial MT"/>
                <a:cs typeface="Arial MT"/>
              </a:rPr>
              <a:t>compression</a:t>
            </a:r>
            <a:r>
              <a:rPr sz="2400" spc="-75" dirty="0">
                <a:latin typeface="Arial MT"/>
                <a:cs typeface="Arial MT"/>
              </a:rPr>
              <a:t> </a:t>
            </a:r>
            <a:r>
              <a:rPr sz="2400" dirty="0">
                <a:latin typeface="Arial MT"/>
                <a:cs typeface="Arial MT"/>
              </a:rPr>
              <a:t>techniques</a:t>
            </a:r>
            <a:r>
              <a:rPr sz="2400" spc="-85" dirty="0">
                <a:latin typeface="Arial MT"/>
                <a:cs typeface="Arial MT"/>
              </a:rPr>
              <a:t> </a:t>
            </a:r>
            <a:r>
              <a:rPr sz="2400" dirty="0">
                <a:latin typeface="Arial MT"/>
                <a:cs typeface="Arial MT"/>
              </a:rPr>
              <a:t>and</a:t>
            </a:r>
            <a:r>
              <a:rPr sz="2400" spc="-80" dirty="0">
                <a:latin typeface="Arial MT"/>
                <a:cs typeface="Arial MT"/>
              </a:rPr>
              <a:t> </a:t>
            </a:r>
            <a:r>
              <a:rPr sz="2400" dirty="0">
                <a:latin typeface="Arial MT"/>
                <a:cs typeface="Arial MT"/>
              </a:rPr>
              <a:t>number</a:t>
            </a:r>
            <a:r>
              <a:rPr sz="2400" spc="-85" dirty="0">
                <a:latin typeface="Arial MT"/>
                <a:cs typeface="Arial MT"/>
              </a:rPr>
              <a:t> </a:t>
            </a:r>
            <a:r>
              <a:rPr sz="2400" dirty="0">
                <a:latin typeface="Arial MT"/>
                <a:cs typeface="Arial MT"/>
              </a:rPr>
              <a:t>of</a:t>
            </a:r>
            <a:r>
              <a:rPr sz="2400" spc="-85" dirty="0">
                <a:latin typeface="Arial MT"/>
                <a:cs typeface="Arial MT"/>
              </a:rPr>
              <a:t> </a:t>
            </a:r>
            <a:r>
              <a:rPr sz="2400" spc="-10" dirty="0">
                <a:latin typeface="Arial MT"/>
                <a:cs typeface="Arial MT"/>
              </a:rPr>
              <a:t>colors</a:t>
            </a:r>
            <a:endParaRPr sz="2400">
              <a:latin typeface="Arial MT"/>
              <a:cs typeface="Arial MT"/>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504" y="793699"/>
            <a:ext cx="955675" cy="695960"/>
          </a:xfrm>
          <a:prstGeom prst="rect">
            <a:avLst/>
          </a:prstGeom>
        </p:spPr>
        <p:txBody>
          <a:bodyPr vert="horz" wrap="square" lIns="0" tIns="12700" rIns="0" bIns="0" rtlCol="0">
            <a:spAutoFit/>
          </a:bodyPr>
          <a:lstStyle/>
          <a:p>
            <a:pPr marL="12700">
              <a:lnSpc>
                <a:spcPct val="100000"/>
              </a:lnSpc>
              <a:spcBef>
                <a:spcPts val="100"/>
              </a:spcBef>
            </a:pPr>
            <a:r>
              <a:rPr sz="4400" spc="-25" dirty="0">
                <a:latin typeface="Arial MT"/>
                <a:cs typeface="Arial MT"/>
              </a:rPr>
              <a:t>GIF</a:t>
            </a:r>
            <a:endParaRPr sz="4400">
              <a:latin typeface="Arial MT"/>
              <a:cs typeface="Arial MT"/>
            </a:endParaRPr>
          </a:p>
        </p:txBody>
      </p:sp>
      <p:pic>
        <p:nvPicPr>
          <p:cNvPr id="3" name="object 3"/>
          <p:cNvPicPr/>
          <p:nvPr/>
        </p:nvPicPr>
        <p:blipFill>
          <a:blip r:embed="rId2" cstate="print"/>
          <a:stretch>
            <a:fillRect/>
          </a:stretch>
        </p:blipFill>
        <p:spPr>
          <a:xfrm>
            <a:off x="752398" y="1599844"/>
            <a:ext cx="6558483" cy="4548593"/>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spc="-20" dirty="0"/>
              <a:t>JPEG</a:t>
            </a:r>
          </a:p>
        </p:txBody>
      </p:sp>
      <p:pic>
        <p:nvPicPr>
          <p:cNvPr id="3" name="object 3"/>
          <p:cNvPicPr/>
          <p:nvPr/>
        </p:nvPicPr>
        <p:blipFill>
          <a:blip r:embed="rId2" cstate="print"/>
          <a:stretch>
            <a:fillRect/>
          </a:stretch>
        </p:blipFill>
        <p:spPr>
          <a:xfrm>
            <a:off x="685800" y="1475994"/>
            <a:ext cx="7072922" cy="2862719"/>
          </a:xfrm>
          <a:prstGeom prst="rect">
            <a:avLst/>
          </a:prstGeom>
        </p:spPr>
      </p:pic>
      <p:sp>
        <p:nvSpPr>
          <p:cNvPr id="4" name="object 4"/>
          <p:cNvSpPr txBox="1"/>
          <p:nvPr/>
        </p:nvSpPr>
        <p:spPr>
          <a:xfrm>
            <a:off x="473659" y="4377499"/>
            <a:ext cx="6661784"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Arial MT"/>
                <a:cs typeface="Arial MT"/>
              </a:rPr>
              <a:t>Human</a:t>
            </a:r>
            <a:r>
              <a:rPr sz="2400" spc="-60" dirty="0">
                <a:latin typeface="Arial MT"/>
                <a:cs typeface="Arial MT"/>
              </a:rPr>
              <a:t> </a:t>
            </a:r>
            <a:r>
              <a:rPr sz="2400" dirty="0">
                <a:latin typeface="Arial MT"/>
                <a:cs typeface="Arial MT"/>
              </a:rPr>
              <a:t>eye</a:t>
            </a:r>
            <a:r>
              <a:rPr sz="2400" spc="-70" dirty="0">
                <a:latin typeface="Arial MT"/>
                <a:cs typeface="Arial MT"/>
              </a:rPr>
              <a:t> </a:t>
            </a:r>
            <a:r>
              <a:rPr sz="2400" dirty="0">
                <a:latin typeface="Arial MT"/>
                <a:cs typeface="Arial MT"/>
              </a:rPr>
              <a:t>can</a:t>
            </a:r>
            <a:r>
              <a:rPr sz="2400" spc="-65" dirty="0">
                <a:latin typeface="Arial MT"/>
                <a:cs typeface="Arial MT"/>
              </a:rPr>
              <a:t> </a:t>
            </a:r>
            <a:r>
              <a:rPr sz="2400" dirty="0">
                <a:latin typeface="Arial MT"/>
                <a:cs typeface="Arial MT"/>
              </a:rPr>
              <a:t>detect</a:t>
            </a:r>
            <a:r>
              <a:rPr sz="2400" spc="-65" dirty="0">
                <a:latin typeface="Arial MT"/>
                <a:cs typeface="Arial MT"/>
              </a:rPr>
              <a:t> </a:t>
            </a:r>
            <a:r>
              <a:rPr sz="2400" spc="-25" dirty="0">
                <a:latin typeface="Arial MT"/>
                <a:cs typeface="Arial MT"/>
              </a:rPr>
              <a:t>900-</a:t>
            </a:r>
            <a:r>
              <a:rPr sz="2400" dirty="0">
                <a:latin typeface="Arial MT"/>
                <a:cs typeface="Arial MT"/>
              </a:rPr>
              <a:t>1000</a:t>
            </a:r>
            <a:r>
              <a:rPr sz="2400" spc="-65" dirty="0">
                <a:latin typeface="Arial MT"/>
                <a:cs typeface="Arial MT"/>
              </a:rPr>
              <a:t> </a:t>
            </a:r>
            <a:r>
              <a:rPr sz="2400" dirty="0">
                <a:latin typeface="Arial MT"/>
                <a:cs typeface="Arial MT"/>
              </a:rPr>
              <a:t>shades</a:t>
            </a:r>
            <a:r>
              <a:rPr sz="2400" spc="-65" dirty="0">
                <a:latin typeface="Arial MT"/>
                <a:cs typeface="Arial MT"/>
              </a:rPr>
              <a:t> </a:t>
            </a:r>
            <a:r>
              <a:rPr sz="2400" dirty="0">
                <a:latin typeface="Arial MT"/>
                <a:cs typeface="Arial MT"/>
              </a:rPr>
              <a:t>of</a:t>
            </a:r>
            <a:r>
              <a:rPr sz="2400" spc="-55" dirty="0">
                <a:latin typeface="Arial MT"/>
                <a:cs typeface="Arial MT"/>
              </a:rPr>
              <a:t> </a:t>
            </a:r>
            <a:r>
              <a:rPr sz="2400" spc="-10" dirty="0">
                <a:latin typeface="Arial MT"/>
                <a:cs typeface="Arial MT"/>
              </a:rPr>
              <a:t>color.</a:t>
            </a:r>
            <a:endParaRPr sz="2400">
              <a:latin typeface="Arial MT"/>
              <a:cs typeface="Arial MT"/>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spc="-20" dirty="0"/>
              <a:t>TIFF</a:t>
            </a:r>
          </a:p>
        </p:txBody>
      </p:sp>
      <p:pic>
        <p:nvPicPr>
          <p:cNvPr id="3" name="object 3"/>
          <p:cNvPicPr/>
          <p:nvPr/>
        </p:nvPicPr>
        <p:blipFill>
          <a:blip r:embed="rId2" cstate="print"/>
          <a:stretch>
            <a:fillRect/>
          </a:stretch>
        </p:blipFill>
        <p:spPr>
          <a:xfrm>
            <a:off x="457200" y="1599831"/>
            <a:ext cx="7090194" cy="3881881"/>
          </a:xfrm>
          <a:prstGeom prst="rect">
            <a:avLst/>
          </a:prstGeom>
        </p:spPr>
      </p:pic>
      <p:sp>
        <p:nvSpPr>
          <p:cNvPr id="4" name="object 4"/>
          <p:cNvSpPr txBox="1"/>
          <p:nvPr/>
        </p:nvSpPr>
        <p:spPr>
          <a:xfrm>
            <a:off x="305904" y="5520499"/>
            <a:ext cx="6763384" cy="757555"/>
          </a:xfrm>
          <a:prstGeom prst="rect">
            <a:avLst/>
          </a:prstGeom>
        </p:spPr>
        <p:txBody>
          <a:bodyPr vert="horz" wrap="square" lIns="0" tIns="12700" rIns="0" bIns="0" rtlCol="0">
            <a:spAutoFit/>
          </a:bodyPr>
          <a:lstStyle/>
          <a:p>
            <a:pPr marL="12700" marR="5080">
              <a:lnSpc>
                <a:spcPct val="100000"/>
              </a:lnSpc>
              <a:spcBef>
                <a:spcPts val="100"/>
              </a:spcBef>
            </a:pPr>
            <a:r>
              <a:rPr sz="2400" dirty="0">
                <a:latin typeface="Arial MT"/>
                <a:cs typeface="Arial MT"/>
              </a:rPr>
              <a:t>More</a:t>
            </a:r>
            <a:r>
              <a:rPr sz="2400" spc="-55" dirty="0">
                <a:latin typeface="Arial MT"/>
                <a:cs typeface="Arial MT"/>
              </a:rPr>
              <a:t> </a:t>
            </a:r>
            <a:r>
              <a:rPr sz="2400" dirty="0">
                <a:latin typeface="Arial MT"/>
                <a:cs typeface="Arial MT"/>
              </a:rPr>
              <a:t>flexible</a:t>
            </a:r>
            <a:r>
              <a:rPr sz="2400" spc="-40" dirty="0">
                <a:latin typeface="Arial MT"/>
                <a:cs typeface="Arial MT"/>
              </a:rPr>
              <a:t> </a:t>
            </a:r>
            <a:r>
              <a:rPr sz="2400" dirty="0">
                <a:latin typeface="Arial MT"/>
                <a:cs typeface="Arial MT"/>
              </a:rPr>
              <a:t>as</a:t>
            </a:r>
            <a:r>
              <a:rPr sz="2400" spc="-50" dirty="0">
                <a:latin typeface="Arial MT"/>
                <a:cs typeface="Arial MT"/>
              </a:rPr>
              <a:t> </a:t>
            </a:r>
            <a:r>
              <a:rPr sz="2400" dirty="0">
                <a:latin typeface="Arial MT"/>
                <a:cs typeface="Arial MT"/>
              </a:rPr>
              <a:t>it</a:t>
            </a:r>
            <a:r>
              <a:rPr sz="2400" spc="-50" dirty="0">
                <a:latin typeface="Arial MT"/>
                <a:cs typeface="Arial MT"/>
              </a:rPr>
              <a:t> </a:t>
            </a:r>
            <a:r>
              <a:rPr sz="2400" dirty="0">
                <a:latin typeface="Arial MT"/>
                <a:cs typeface="Arial MT"/>
              </a:rPr>
              <a:t>can</a:t>
            </a:r>
            <a:r>
              <a:rPr sz="2400" spc="-45" dirty="0">
                <a:latin typeface="Arial MT"/>
                <a:cs typeface="Arial MT"/>
              </a:rPr>
              <a:t> </a:t>
            </a:r>
            <a:r>
              <a:rPr sz="2400" dirty="0">
                <a:latin typeface="Arial MT"/>
                <a:cs typeface="Arial MT"/>
              </a:rPr>
              <a:t>store</a:t>
            </a:r>
            <a:r>
              <a:rPr sz="2400" spc="-50" dirty="0">
                <a:latin typeface="Arial MT"/>
                <a:cs typeface="Arial MT"/>
              </a:rPr>
              <a:t> </a:t>
            </a:r>
            <a:r>
              <a:rPr sz="2400" spc="-10" dirty="0">
                <a:latin typeface="Arial MT"/>
                <a:cs typeface="Arial MT"/>
              </a:rPr>
              <a:t>compression,</a:t>
            </a:r>
            <a:r>
              <a:rPr sz="2400" spc="-50" dirty="0">
                <a:latin typeface="Arial MT"/>
                <a:cs typeface="Arial MT"/>
              </a:rPr>
              <a:t> </a:t>
            </a:r>
            <a:r>
              <a:rPr sz="2400" spc="-10" dirty="0">
                <a:latin typeface="Arial MT"/>
                <a:cs typeface="Arial MT"/>
              </a:rPr>
              <a:t>bit-level </a:t>
            </a:r>
            <a:r>
              <a:rPr sz="2400" dirty="0">
                <a:latin typeface="Arial MT"/>
                <a:cs typeface="Arial MT"/>
              </a:rPr>
              <a:t>information,</a:t>
            </a:r>
            <a:r>
              <a:rPr sz="2400" spc="-80" dirty="0">
                <a:latin typeface="Arial MT"/>
                <a:cs typeface="Arial MT"/>
              </a:rPr>
              <a:t> </a:t>
            </a:r>
            <a:r>
              <a:rPr sz="2400" dirty="0">
                <a:latin typeface="Arial MT"/>
                <a:cs typeface="Arial MT"/>
              </a:rPr>
              <a:t>size</a:t>
            </a:r>
            <a:r>
              <a:rPr sz="2400" spc="-80" dirty="0">
                <a:latin typeface="Arial MT"/>
                <a:cs typeface="Arial MT"/>
              </a:rPr>
              <a:t> </a:t>
            </a:r>
            <a:r>
              <a:rPr sz="2400" dirty="0">
                <a:latin typeface="Arial MT"/>
                <a:cs typeface="Arial MT"/>
              </a:rPr>
              <a:t>of</a:t>
            </a:r>
            <a:r>
              <a:rPr sz="2400" spc="-75" dirty="0">
                <a:latin typeface="Arial MT"/>
                <a:cs typeface="Arial MT"/>
              </a:rPr>
              <a:t> </a:t>
            </a:r>
            <a:r>
              <a:rPr sz="2400" spc="-10" dirty="0">
                <a:latin typeface="Arial MT"/>
                <a:cs typeface="Arial MT"/>
              </a:rPr>
              <a:t>image</a:t>
            </a:r>
            <a:endParaRPr sz="2400">
              <a:latin typeface="Arial MT"/>
              <a:cs typeface="Arial MT"/>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504" y="793699"/>
            <a:ext cx="1235710" cy="695960"/>
          </a:xfrm>
          <a:prstGeom prst="rect">
            <a:avLst/>
          </a:prstGeom>
        </p:spPr>
        <p:txBody>
          <a:bodyPr vert="horz" wrap="square" lIns="0" tIns="12700" rIns="0" bIns="0" rtlCol="0">
            <a:spAutoFit/>
          </a:bodyPr>
          <a:lstStyle/>
          <a:p>
            <a:pPr marL="12700">
              <a:lnSpc>
                <a:spcPct val="100000"/>
              </a:lnSpc>
              <a:spcBef>
                <a:spcPts val="100"/>
              </a:spcBef>
            </a:pPr>
            <a:r>
              <a:rPr sz="4400" spc="-25" dirty="0">
                <a:latin typeface="Arial MT"/>
                <a:cs typeface="Arial MT"/>
              </a:rPr>
              <a:t>PNG</a:t>
            </a:r>
            <a:endParaRPr sz="4400">
              <a:latin typeface="Arial MT"/>
              <a:cs typeface="Arial MT"/>
            </a:endParaRPr>
          </a:p>
        </p:txBody>
      </p:sp>
      <p:pic>
        <p:nvPicPr>
          <p:cNvPr id="3" name="object 3"/>
          <p:cNvPicPr/>
          <p:nvPr/>
        </p:nvPicPr>
        <p:blipFill>
          <a:blip r:embed="rId2" cstate="print"/>
          <a:stretch>
            <a:fillRect/>
          </a:stretch>
        </p:blipFill>
        <p:spPr>
          <a:xfrm>
            <a:off x="961923" y="1676158"/>
            <a:ext cx="7275957" cy="2891155"/>
          </a:xfrm>
          <a:prstGeom prst="rect">
            <a:avLst/>
          </a:prstGeom>
        </p:spPr>
      </p:pic>
      <p:sp>
        <p:nvSpPr>
          <p:cNvPr id="4" name="object 4"/>
          <p:cNvSpPr txBox="1"/>
          <p:nvPr/>
        </p:nvSpPr>
        <p:spPr>
          <a:xfrm>
            <a:off x="473659" y="4734623"/>
            <a:ext cx="2458085" cy="391795"/>
          </a:xfrm>
          <a:prstGeom prst="rect">
            <a:avLst/>
          </a:prstGeom>
        </p:spPr>
        <p:txBody>
          <a:bodyPr vert="horz" wrap="square" lIns="0" tIns="12700" rIns="0" bIns="0" rtlCol="0">
            <a:spAutoFit/>
          </a:bodyPr>
          <a:lstStyle/>
          <a:p>
            <a:pPr marL="12700">
              <a:lnSpc>
                <a:spcPct val="100000"/>
              </a:lnSpc>
              <a:spcBef>
                <a:spcPts val="100"/>
              </a:spcBef>
            </a:pPr>
            <a:r>
              <a:rPr sz="2400" spc="-25" dirty="0">
                <a:latin typeface="Arial MT"/>
                <a:cs typeface="Arial MT"/>
              </a:rPr>
              <a:t>LWZ</a:t>
            </a:r>
            <a:r>
              <a:rPr sz="2400" spc="-140" dirty="0">
                <a:latin typeface="Arial MT"/>
                <a:cs typeface="Arial MT"/>
              </a:rPr>
              <a:t> </a:t>
            </a:r>
            <a:r>
              <a:rPr sz="2400" spc="-10" dirty="0">
                <a:latin typeface="Arial MT"/>
                <a:cs typeface="Arial MT"/>
              </a:rPr>
              <a:t>compression</a:t>
            </a:r>
            <a:endParaRPr sz="2400">
              <a:latin typeface="Arial MT"/>
              <a:cs typeface="Arial MT"/>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spc="-25" dirty="0"/>
              <a:t>PNG</a:t>
            </a:r>
          </a:p>
        </p:txBody>
      </p:sp>
      <p:sp>
        <p:nvSpPr>
          <p:cNvPr id="3" name="object 3"/>
          <p:cNvSpPr txBox="1"/>
          <p:nvPr/>
        </p:nvSpPr>
        <p:spPr>
          <a:xfrm>
            <a:off x="870026" y="2389949"/>
            <a:ext cx="6972934" cy="4079875"/>
          </a:xfrm>
          <a:prstGeom prst="rect">
            <a:avLst/>
          </a:prstGeom>
        </p:spPr>
        <p:txBody>
          <a:bodyPr vert="horz" wrap="square" lIns="0" tIns="12700" rIns="0" bIns="0" rtlCol="0">
            <a:spAutoFit/>
          </a:bodyPr>
          <a:lstStyle/>
          <a:p>
            <a:pPr marL="280035" marR="703580" indent="-267970">
              <a:lnSpc>
                <a:spcPct val="100000"/>
              </a:lnSpc>
              <a:spcBef>
                <a:spcPts val="100"/>
              </a:spcBef>
              <a:buChar char="•"/>
              <a:tabLst>
                <a:tab pos="280035" algn="l"/>
              </a:tabLst>
            </a:pPr>
            <a:r>
              <a:rPr sz="2400" spc="114" dirty="0">
                <a:solidFill>
                  <a:srgbClr val="1B1B0F"/>
                </a:solidFill>
                <a:latin typeface="Trebuchet MS"/>
                <a:cs typeface="Trebuchet MS"/>
              </a:rPr>
              <a:t>Input</a:t>
            </a:r>
            <a:r>
              <a:rPr sz="2400" spc="35" dirty="0">
                <a:solidFill>
                  <a:srgbClr val="1B1B0F"/>
                </a:solidFill>
                <a:latin typeface="Trebuchet MS"/>
                <a:cs typeface="Trebuchet MS"/>
              </a:rPr>
              <a:t> </a:t>
            </a:r>
            <a:r>
              <a:rPr sz="2400" spc="105" dirty="0">
                <a:solidFill>
                  <a:srgbClr val="1B1B0F"/>
                </a:solidFill>
                <a:latin typeface="Trebuchet MS"/>
                <a:cs typeface="Trebuchet MS"/>
              </a:rPr>
              <a:t>intensity</a:t>
            </a:r>
            <a:r>
              <a:rPr sz="2400" spc="35" dirty="0">
                <a:solidFill>
                  <a:srgbClr val="1B1B0F"/>
                </a:solidFill>
                <a:latin typeface="Trebuchet MS"/>
                <a:cs typeface="Trebuchet MS"/>
              </a:rPr>
              <a:t> </a:t>
            </a:r>
            <a:r>
              <a:rPr sz="2400" spc="195" dirty="0">
                <a:solidFill>
                  <a:srgbClr val="1B1B0F"/>
                </a:solidFill>
                <a:latin typeface="Trebuchet MS"/>
                <a:cs typeface="Trebuchet MS"/>
              </a:rPr>
              <a:t>must</a:t>
            </a:r>
            <a:r>
              <a:rPr sz="2400" spc="50" dirty="0">
                <a:solidFill>
                  <a:srgbClr val="1B1B0F"/>
                </a:solidFill>
                <a:latin typeface="Trebuchet MS"/>
                <a:cs typeface="Trebuchet MS"/>
              </a:rPr>
              <a:t> </a:t>
            </a:r>
            <a:r>
              <a:rPr sz="2400" spc="160" dirty="0">
                <a:solidFill>
                  <a:srgbClr val="1B1B0F"/>
                </a:solidFill>
                <a:latin typeface="Trebuchet MS"/>
                <a:cs typeface="Trebuchet MS"/>
              </a:rPr>
              <a:t>be</a:t>
            </a:r>
            <a:r>
              <a:rPr sz="2400" spc="55" dirty="0">
                <a:solidFill>
                  <a:srgbClr val="1B1B0F"/>
                </a:solidFill>
                <a:latin typeface="Trebuchet MS"/>
                <a:cs typeface="Trebuchet MS"/>
              </a:rPr>
              <a:t> </a:t>
            </a:r>
            <a:r>
              <a:rPr sz="2400" spc="240" dirty="0">
                <a:solidFill>
                  <a:srgbClr val="1B1B0F"/>
                </a:solidFill>
                <a:latin typeface="Trebuchet MS"/>
                <a:cs typeface="Trebuchet MS"/>
              </a:rPr>
              <a:t>same</a:t>
            </a:r>
            <a:r>
              <a:rPr sz="2400" spc="50" dirty="0">
                <a:solidFill>
                  <a:srgbClr val="1B1B0F"/>
                </a:solidFill>
                <a:latin typeface="Trebuchet MS"/>
                <a:cs typeface="Trebuchet MS"/>
              </a:rPr>
              <a:t> </a:t>
            </a:r>
            <a:r>
              <a:rPr sz="2400" spc="75" dirty="0">
                <a:solidFill>
                  <a:srgbClr val="1B1B0F"/>
                </a:solidFill>
                <a:latin typeface="Trebuchet MS"/>
                <a:cs typeface="Trebuchet MS"/>
              </a:rPr>
              <a:t>to</a:t>
            </a:r>
            <a:r>
              <a:rPr sz="2400" spc="40" dirty="0">
                <a:solidFill>
                  <a:srgbClr val="1B1B0F"/>
                </a:solidFill>
                <a:latin typeface="Trebuchet MS"/>
                <a:cs typeface="Trebuchet MS"/>
              </a:rPr>
              <a:t> </a:t>
            </a:r>
            <a:r>
              <a:rPr sz="2400" spc="105" dirty="0">
                <a:solidFill>
                  <a:srgbClr val="1B1B0F"/>
                </a:solidFill>
                <a:latin typeface="Trebuchet MS"/>
                <a:cs typeface="Trebuchet MS"/>
              </a:rPr>
              <a:t>output </a:t>
            </a:r>
            <a:r>
              <a:rPr sz="2400" spc="35" dirty="0">
                <a:solidFill>
                  <a:srgbClr val="1B1B0F"/>
                </a:solidFill>
                <a:latin typeface="Trebuchet MS"/>
                <a:cs typeface="Trebuchet MS"/>
              </a:rPr>
              <a:t>intensity.</a:t>
            </a:r>
            <a:endParaRPr sz="2400">
              <a:latin typeface="Trebuchet MS"/>
              <a:cs typeface="Trebuchet MS"/>
            </a:endParaRPr>
          </a:p>
          <a:p>
            <a:pPr marL="280035" marR="286385" indent="-267970">
              <a:lnSpc>
                <a:spcPct val="100000"/>
              </a:lnSpc>
              <a:spcBef>
                <a:spcPts val="2000"/>
              </a:spcBef>
              <a:buChar char="•"/>
              <a:tabLst>
                <a:tab pos="280035" algn="l"/>
              </a:tabLst>
            </a:pPr>
            <a:r>
              <a:rPr sz="2400" spc="120" dirty="0">
                <a:solidFill>
                  <a:srgbClr val="1B1B0F"/>
                </a:solidFill>
                <a:latin typeface="Trebuchet MS"/>
                <a:cs typeface="Trebuchet MS"/>
              </a:rPr>
              <a:t>However,</a:t>
            </a:r>
            <a:r>
              <a:rPr sz="2400" spc="65" dirty="0">
                <a:solidFill>
                  <a:srgbClr val="1B1B0F"/>
                </a:solidFill>
                <a:latin typeface="Trebuchet MS"/>
                <a:cs typeface="Trebuchet MS"/>
              </a:rPr>
              <a:t> </a:t>
            </a:r>
            <a:r>
              <a:rPr sz="2400" spc="135" dirty="0">
                <a:solidFill>
                  <a:srgbClr val="1B1B0F"/>
                </a:solidFill>
                <a:latin typeface="Trebuchet MS"/>
                <a:cs typeface="Trebuchet MS"/>
              </a:rPr>
              <a:t>display</a:t>
            </a:r>
            <a:r>
              <a:rPr sz="2400" spc="60" dirty="0">
                <a:solidFill>
                  <a:srgbClr val="1B1B0F"/>
                </a:solidFill>
                <a:latin typeface="Trebuchet MS"/>
                <a:cs typeface="Trebuchet MS"/>
              </a:rPr>
              <a:t> </a:t>
            </a:r>
            <a:r>
              <a:rPr sz="2400" spc="200" dirty="0">
                <a:solidFill>
                  <a:srgbClr val="1B1B0F"/>
                </a:solidFill>
                <a:latin typeface="Trebuchet MS"/>
                <a:cs typeface="Trebuchet MS"/>
              </a:rPr>
              <a:t>system</a:t>
            </a:r>
            <a:r>
              <a:rPr sz="2400" spc="65" dirty="0">
                <a:solidFill>
                  <a:srgbClr val="1B1B0F"/>
                </a:solidFill>
                <a:latin typeface="Trebuchet MS"/>
                <a:cs typeface="Trebuchet MS"/>
              </a:rPr>
              <a:t> </a:t>
            </a:r>
            <a:r>
              <a:rPr sz="2400" spc="150" dirty="0">
                <a:solidFill>
                  <a:srgbClr val="1B1B0F"/>
                </a:solidFill>
                <a:latin typeface="Trebuchet MS"/>
                <a:cs typeface="Trebuchet MS"/>
              </a:rPr>
              <a:t>generate</a:t>
            </a:r>
            <a:r>
              <a:rPr sz="2400" spc="55" dirty="0">
                <a:solidFill>
                  <a:srgbClr val="1B1B0F"/>
                </a:solidFill>
                <a:latin typeface="Trebuchet MS"/>
                <a:cs typeface="Trebuchet MS"/>
              </a:rPr>
              <a:t> </a:t>
            </a:r>
            <a:r>
              <a:rPr sz="2400" spc="105" dirty="0">
                <a:solidFill>
                  <a:srgbClr val="1B1B0F"/>
                </a:solidFill>
                <a:latin typeface="Trebuchet MS"/>
                <a:cs typeface="Trebuchet MS"/>
              </a:rPr>
              <a:t>output similar</a:t>
            </a:r>
            <a:r>
              <a:rPr sz="2400" spc="50" dirty="0">
                <a:solidFill>
                  <a:srgbClr val="1B1B0F"/>
                </a:solidFill>
                <a:latin typeface="Trebuchet MS"/>
                <a:cs typeface="Trebuchet MS"/>
              </a:rPr>
              <a:t> </a:t>
            </a:r>
            <a:r>
              <a:rPr sz="2400" spc="75" dirty="0">
                <a:solidFill>
                  <a:srgbClr val="1B1B0F"/>
                </a:solidFill>
                <a:latin typeface="Trebuchet MS"/>
                <a:cs typeface="Trebuchet MS"/>
              </a:rPr>
              <a:t>to</a:t>
            </a:r>
            <a:r>
              <a:rPr sz="2400" spc="50" dirty="0">
                <a:solidFill>
                  <a:srgbClr val="1B1B0F"/>
                </a:solidFill>
                <a:latin typeface="Trebuchet MS"/>
                <a:cs typeface="Trebuchet MS"/>
              </a:rPr>
              <a:t> </a:t>
            </a:r>
            <a:r>
              <a:rPr sz="2400" spc="275" dirty="0">
                <a:solidFill>
                  <a:srgbClr val="1B1B0F"/>
                </a:solidFill>
                <a:latin typeface="Trebuchet MS"/>
                <a:cs typeface="Trebuchet MS"/>
              </a:rPr>
              <a:t>gamma</a:t>
            </a:r>
            <a:r>
              <a:rPr sz="2400" spc="60" dirty="0">
                <a:solidFill>
                  <a:srgbClr val="1B1B0F"/>
                </a:solidFill>
                <a:latin typeface="Trebuchet MS"/>
                <a:cs typeface="Trebuchet MS"/>
              </a:rPr>
              <a:t> function.</a:t>
            </a:r>
            <a:endParaRPr sz="2400">
              <a:latin typeface="Trebuchet MS"/>
              <a:cs typeface="Trebuchet MS"/>
            </a:endParaRPr>
          </a:p>
          <a:p>
            <a:pPr marL="280035" marR="399415" indent="-267970">
              <a:lnSpc>
                <a:spcPct val="100000"/>
              </a:lnSpc>
              <a:spcBef>
                <a:spcPts val="2000"/>
              </a:spcBef>
              <a:buChar char="•"/>
              <a:tabLst>
                <a:tab pos="280035" algn="l"/>
              </a:tabLst>
            </a:pPr>
            <a:r>
              <a:rPr sz="2400" dirty="0">
                <a:solidFill>
                  <a:srgbClr val="1B1B0F"/>
                </a:solidFill>
                <a:latin typeface="Trebuchet MS"/>
                <a:cs typeface="Trebuchet MS"/>
              </a:rPr>
              <a:t>It</a:t>
            </a:r>
            <a:r>
              <a:rPr sz="2400" spc="50" dirty="0">
                <a:solidFill>
                  <a:srgbClr val="1B1B0F"/>
                </a:solidFill>
                <a:latin typeface="Trebuchet MS"/>
                <a:cs typeface="Trebuchet MS"/>
              </a:rPr>
              <a:t> </a:t>
            </a:r>
            <a:r>
              <a:rPr sz="2400" spc="229" dirty="0">
                <a:solidFill>
                  <a:srgbClr val="1B1B0F"/>
                </a:solidFill>
                <a:latin typeface="Trebuchet MS"/>
                <a:cs typeface="Trebuchet MS"/>
              </a:rPr>
              <a:t>means</a:t>
            </a:r>
            <a:r>
              <a:rPr sz="2400" spc="60" dirty="0">
                <a:solidFill>
                  <a:srgbClr val="1B1B0F"/>
                </a:solidFill>
                <a:latin typeface="Trebuchet MS"/>
                <a:cs typeface="Trebuchet MS"/>
              </a:rPr>
              <a:t> </a:t>
            </a:r>
            <a:r>
              <a:rPr sz="2400" spc="135" dirty="0">
                <a:solidFill>
                  <a:srgbClr val="1B1B0F"/>
                </a:solidFill>
                <a:latin typeface="Trebuchet MS"/>
                <a:cs typeface="Trebuchet MS"/>
              </a:rPr>
              <a:t>display</a:t>
            </a:r>
            <a:r>
              <a:rPr sz="2400" spc="55" dirty="0">
                <a:solidFill>
                  <a:srgbClr val="1B1B0F"/>
                </a:solidFill>
                <a:latin typeface="Trebuchet MS"/>
                <a:cs typeface="Trebuchet MS"/>
              </a:rPr>
              <a:t> </a:t>
            </a:r>
            <a:r>
              <a:rPr sz="2400" spc="200" dirty="0">
                <a:solidFill>
                  <a:srgbClr val="1B1B0F"/>
                </a:solidFill>
                <a:latin typeface="Trebuchet MS"/>
                <a:cs typeface="Trebuchet MS"/>
              </a:rPr>
              <a:t>system</a:t>
            </a:r>
            <a:r>
              <a:rPr sz="2400" spc="65" dirty="0">
                <a:solidFill>
                  <a:srgbClr val="1B1B0F"/>
                </a:solidFill>
                <a:latin typeface="Trebuchet MS"/>
                <a:cs typeface="Trebuchet MS"/>
              </a:rPr>
              <a:t> </a:t>
            </a:r>
            <a:r>
              <a:rPr sz="2400" spc="155" dirty="0">
                <a:solidFill>
                  <a:srgbClr val="1B1B0F"/>
                </a:solidFill>
                <a:latin typeface="Trebuchet MS"/>
                <a:cs typeface="Trebuchet MS"/>
              </a:rPr>
              <a:t>produces</a:t>
            </a:r>
            <a:r>
              <a:rPr sz="2400" spc="65" dirty="0">
                <a:solidFill>
                  <a:srgbClr val="1B1B0F"/>
                </a:solidFill>
                <a:latin typeface="Trebuchet MS"/>
                <a:cs typeface="Trebuchet MS"/>
              </a:rPr>
              <a:t> </a:t>
            </a:r>
            <a:r>
              <a:rPr sz="2400" spc="105" dirty="0">
                <a:solidFill>
                  <a:srgbClr val="1B1B0F"/>
                </a:solidFill>
                <a:latin typeface="Trebuchet MS"/>
                <a:cs typeface="Trebuchet MS"/>
              </a:rPr>
              <a:t>darker </a:t>
            </a:r>
            <a:r>
              <a:rPr sz="2400" spc="145" dirty="0">
                <a:solidFill>
                  <a:srgbClr val="1B1B0F"/>
                </a:solidFill>
                <a:latin typeface="Trebuchet MS"/>
                <a:cs typeface="Trebuchet MS"/>
              </a:rPr>
              <a:t>images.</a:t>
            </a:r>
            <a:endParaRPr sz="2400">
              <a:latin typeface="Trebuchet MS"/>
              <a:cs typeface="Trebuchet MS"/>
            </a:endParaRPr>
          </a:p>
          <a:p>
            <a:pPr marL="280035" marR="5080" indent="-267970">
              <a:lnSpc>
                <a:spcPct val="100000"/>
              </a:lnSpc>
              <a:spcBef>
                <a:spcPts val="2000"/>
              </a:spcBef>
              <a:buChar char="•"/>
              <a:tabLst>
                <a:tab pos="280035" algn="l"/>
              </a:tabLst>
            </a:pPr>
            <a:r>
              <a:rPr sz="2400" spc="270" dirty="0">
                <a:solidFill>
                  <a:srgbClr val="1B1B0F"/>
                </a:solidFill>
                <a:latin typeface="Trebuchet MS"/>
                <a:cs typeface="Trebuchet MS"/>
              </a:rPr>
              <a:t>So</a:t>
            </a:r>
            <a:r>
              <a:rPr sz="2400" spc="45" dirty="0">
                <a:solidFill>
                  <a:srgbClr val="1B1B0F"/>
                </a:solidFill>
                <a:latin typeface="Trebuchet MS"/>
                <a:cs typeface="Trebuchet MS"/>
              </a:rPr>
              <a:t> </a:t>
            </a:r>
            <a:r>
              <a:rPr sz="2400" spc="75" dirty="0">
                <a:solidFill>
                  <a:srgbClr val="1B1B0F"/>
                </a:solidFill>
                <a:latin typeface="Trebuchet MS"/>
                <a:cs typeface="Trebuchet MS"/>
              </a:rPr>
              <a:t>to</a:t>
            </a:r>
            <a:r>
              <a:rPr sz="2400" spc="45" dirty="0">
                <a:solidFill>
                  <a:srgbClr val="1B1B0F"/>
                </a:solidFill>
                <a:latin typeface="Trebuchet MS"/>
                <a:cs typeface="Trebuchet MS"/>
              </a:rPr>
              <a:t> </a:t>
            </a:r>
            <a:r>
              <a:rPr sz="2400" spc="135" dirty="0">
                <a:solidFill>
                  <a:srgbClr val="1B1B0F"/>
                </a:solidFill>
                <a:latin typeface="Trebuchet MS"/>
                <a:cs typeface="Trebuchet MS"/>
              </a:rPr>
              <a:t>display</a:t>
            </a:r>
            <a:r>
              <a:rPr sz="2400" spc="40" dirty="0">
                <a:solidFill>
                  <a:srgbClr val="1B1B0F"/>
                </a:solidFill>
                <a:latin typeface="Trebuchet MS"/>
                <a:cs typeface="Trebuchet MS"/>
              </a:rPr>
              <a:t> </a:t>
            </a:r>
            <a:r>
              <a:rPr sz="2400" spc="75" dirty="0">
                <a:solidFill>
                  <a:srgbClr val="1B1B0F"/>
                </a:solidFill>
                <a:latin typeface="Trebuchet MS"/>
                <a:cs typeface="Trebuchet MS"/>
              </a:rPr>
              <a:t>correct</a:t>
            </a:r>
            <a:r>
              <a:rPr sz="2400" spc="45" dirty="0">
                <a:solidFill>
                  <a:srgbClr val="1B1B0F"/>
                </a:solidFill>
                <a:latin typeface="Trebuchet MS"/>
                <a:cs typeface="Trebuchet MS"/>
              </a:rPr>
              <a:t> </a:t>
            </a:r>
            <a:r>
              <a:rPr sz="2400" spc="50" dirty="0">
                <a:solidFill>
                  <a:srgbClr val="1B1B0F"/>
                </a:solidFill>
                <a:latin typeface="Trebuchet MS"/>
                <a:cs typeface="Trebuchet MS"/>
              </a:rPr>
              <a:t>color,</a:t>
            </a:r>
            <a:r>
              <a:rPr sz="2400" spc="60" dirty="0">
                <a:solidFill>
                  <a:srgbClr val="1B1B0F"/>
                </a:solidFill>
                <a:latin typeface="Trebuchet MS"/>
                <a:cs typeface="Trebuchet MS"/>
              </a:rPr>
              <a:t> </a:t>
            </a:r>
            <a:r>
              <a:rPr sz="2400" spc="195" dirty="0">
                <a:solidFill>
                  <a:srgbClr val="1B1B0F"/>
                </a:solidFill>
                <a:latin typeface="Trebuchet MS"/>
                <a:cs typeface="Trebuchet MS"/>
              </a:rPr>
              <a:t>image</a:t>
            </a:r>
            <a:r>
              <a:rPr sz="2400" spc="55" dirty="0">
                <a:solidFill>
                  <a:srgbClr val="1B1B0F"/>
                </a:solidFill>
                <a:latin typeface="Trebuchet MS"/>
                <a:cs typeface="Trebuchet MS"/>
              </a:rPr>
              <a:t> </a:t>
            </a:r>
            <a:r>
              <a:rPr sz="2400" spc="120" dirty="0">
                <a:solidFill>
                  <a:srgbClr val="1B1B0F"/>
                </a:solidFill>
                <a:latin typeface="Trebuchet MS"/>
                <a:cs typeface="Trebuchet MS"/>
              </a:rPr>
              <a:t>is</a:t>
            </a:r>
            <a:r>
              <a:rPr sz="2400" spc="45" dirty="0">
                <a:solidFill>
                  <a:srgbClr val="1B1B0F"/>
                </a:solidFill>
                <a:latin typeface="Trebuchet MS"/>
                <a:cs typeface="Trebuchet MS"/>
              </a:rPr>
              <a:t> </a:t>
            </a:r>
            <a:r>
              <a:rPr sz="2400" spc="105" dirty="0">
                <a:solidFill>
                  <a:srgbClr val="1B1B0F"/>
                </a:solidFill>
                <a:latin typeface="Trebuchet MS"/>
                <a:cs typeface="Trebuchet MS"/>
              </a:rPr>
              <a:t>applied </a:t>
            </a:r>
            <a:r>
              <a:rPr sz="2400" spc="80" dirty="0">
                <a:solidFill>
                  <a:srgbClr val="1B1B0F"/>
                </a:solidFill>
                <a:latin typeface="Trebuchet MS"/>
                <a:cs typeface="Trebuchet MS"/>
              </a:rPr>
              <a:t>with</a:t>
            </a:r>
            <a:r>
              <a:rPr sz="2400" spc="60" dirty="0">
                <a:solidFill>
                  <a:srgbClr val="1B1B0F"/>
                </a:solidFill>
                <a:latin typeface="Trebuchet MS"/>
                <a:cs typeface="Trebuchet MS"/>
              </a:rPr>
              <a:t> </a:t>
            </a:r>
            <a:r>
              <a:rPr sz="2400" spc="145" dirty="0">
                <a:solidFill>
                  <a:srgbClr val="1B1B0F"/>
                </a:solidFill>
                <a:latin typeface="Trebuchet MS"/>
                <a:cs typeface="Trebuchet MS"/>
              </a:rPr>
              <a:t>inverse</a:t>
            </a:r>
            <a:r>
              <a:rPr sz="2400" spc="60" dirty="0">
                <a:solidFill>
                  <a:srgbClr val="1B1B0F"/>
                </a:solidFill>
                <a:latin typeface="Trebuchet MS"/>
                <a:cs typeface="Trebuchet MS"/>
              </a:rPr>
              <a:t> </a:t>
            </a:r>
            <a:r>
              <a:rPr sz="2400" spc="275" dirty="0">
                <a:solidFill>
                  <a:srgbClr val="1B1B0F"/>
                </a:solidFill>
                <a:latin typeface="Trebuchet MS"/>
                <a:cs typeface="Trebuchet MS"/>
              </a:rPr>
              <a:t>gamma</a:t>
            </a:r>
            <a:r>
              <a:rPr sz="2400" spc="55" dirty="0">
                <a:solidFill>
                  <a:srgbClr val="1B1B0F"/>
                </a:solidFill>
                <a:latin typeface="Trebuchet MS"/>
                <a:cs typeface="Trebuchet MS"/>
              </a:rPr>
              <a:t> </a:t>
            </a:r>
            <a:r>
              <a:rPr sz="2400" spc="95" dirty="0">
                <a:solidFill>
                  <a:srgbClr val="1B1B0F"/>
                </a:solidFill>
                <a:latin typeface="Trebuchet MS"/>
                <a:cs typeface="Trebuchet MS"/>
              </a:rPr>
              <a:t>function</a:t>
            </a:r>
            <a:r>
              <a:rPr sz="2400" spc="70" dirty="0">
                <a:solidFill>
                  <a:srgbClr val="1B1B0F"/>
                </a:solidFill>
                <a:latin typeface="Trebuchet MS"/>
                <a:cs typeface="Trebuchet MS"/>
              </a:rPr>
              <a:t> </a:t>
            </a:r>
            <a:r>
              <a:rPr sz="2400" spc="195" dirty="0">
                <a:solidFill>
                  <a:srgbClr val="1B1B0F"/>
                </a:solidFill>
                <a:latin typeface="Trebuchet MS"/>
                <a:cs typeface="Trebuchet MS"/>
              </a:rPr>
              <a:t>and</a:t>
            </a:r>
            <a:r>
              <a:rPr sz="2400" spc="55" dirty="0">
                <a:solidFill>
                  <a:srgbClr val="1B1B0F"/>
                </a:solidFill>
                <a:latin typeface="Trebuchet MS"/>
                <a:cs typeface="Trebuchet MS"/>
              </a:rPr>
              <a:t> </a:t>
            </a:r>
            <a:r>
              <a:rPr sz="2400" spc="110" dirty="0">
                <a:solidFill>
                  <a:srgbClr val="1B1B0F"/>
                </a:solidFill>
                <a:latin typeface="Trebuchet MS"/>
                <a:cs typeface="Trebuchet MS"/>
              </a:rPr>
              <a:t>then </a:t>
            </a:r>
            <a:r>
              <a:rPr sz="2400" spc="105" dirty="0">
                <a:solidFill>
                  <a:srgbClr val="1B1B0F"/>
                </a:solidFill>
                <a:latin typeface="Trebuchet MS"/>
                <a:cs typeface="Trebuchet MS"/>
              </a:rPr>
              <a:t>displayed.</a:t>
            </a:r>
            <a:endParaRPr sz="2400">
              <a:latin typeface="Trebuchet MS"/>
              <a:cs typeface="Trebuchet M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spc="-25" dirty="0"/>
              <a:t>PS</a:t>
            </a:r>
          </a:p>
        </p:txBody>
      </p:sp>
      <p:pic>
        <p:nvPicPr>
          <p:cNvPr id="3" name="object 3"/>
          <p:cNvPicPr/>
          <p:nvPr/>
        </p:nvPicPr>
        <p:blipFill>
          <a:blip r:embed="rId2" cstate="print"/>
          <a:stretch>
            <a:fillRect/>
          </a:stretch>
        </p:blipFill>
        <p:spPr>
          <a:xfrm>
            <a:off x="685800" y="1599844"/>
            <a:ext cx="7393317" cy="2702521"/>
          </a:xfrm>
          <a:prstGeom prst="rect">
            <a:avLst/>
          </a:prstGeom>
        </p:spPr>
      </p:pic>
      <p:sp>
        <p:nvSpPr>
          <p:cNvPr id="4" name="object 4"/>
          <p:cNvSpPr txBox="1"/>
          <p:nvPr/>
        </p:nvSpPr>
        <p:spPr>
          <a:xfrm>
            <a:off x="500303" y="4597463"/>
            <a:ext cx="5426075"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Arial MT"/>
                <a:cs typeface="Arial MT"/>
              </a:rPr>
              <a:t>PS</a:t>
            </a:r>
            <a:r>
              <a:rPr sz="2400" spc="-60" dirty="0">
                <a:latin typeface="Arial MT"/>
                <a:cs typeface="Arial MT"/>
              </a:rPr>
              <a:t> </a:t>
            </a:r>
            <a:r>
              <a:rPr sz="2400" dirty="0">
                <a:latin typeface="Arial MT"/>
                <a:cs typeface="Arial MT"/>
              </a:rPr>
              <a:t>has</a:t>
            </a:r>
            <a:r>
              <a:rPr sz="2400" spc="-45" dirty="0">
                <a:latin typeface="Arial MT"/>
                <a:cs typeface="Arial MT"/>
              </a:rPr>
              <a:t> </a:t>
            </a:r>
            <a:r>
              <a:rPr sz="2400" dirty="0">
                <a:latin typeface="Arial MT"/>
                <a:cs typeface="Arial MT"/>
              </a:rPr>
              <a:t>no</a:t>
            </a:r>
            <a:r>
              <a:rPr sz="2400" spc="-40" dirty="0">
                <a:latin typeface="Arial MT"/>
                <a:cs typeface="Arial MT"/>
              </a:rPr>
              <a:t> </a:t>
            </a:r>
            <a:r>
              <a:rPr sz="2400" spc="-10" dirty="0">
                <a:latin typeface="Arial MT"/>
                <a:cs typeface="Arial MT"/>
              </a:rPr>
              <a:t>compression</a:t>
            </a:r>
            <a:r>
              <a:rPr sz="2400" spc="-45" dirty="0">
                <a:latin typeface="Arial MT"/>
                <a:cs typeface="Arial MT"/>
              </a:rPr>
              <a:t> </a:t>
            </a:r>
            <a:r>
              <a:rPr sz="2400" dirty="0">
                <a:latin typeface="Arial MT"/>
                <a:cs typeface="Arial MT"/>
              </a:rPr>
              <a:t>stores</a:t>
            </a:r>
            <a:r>
              <a:rPr sz="2400" spc="-35" dirty="0">
                <a:latin typeface="Arial MT"/>
                <a:cs typeface="Arial MT"/>
              </a:rPr>
              <a:t> </a:t>
            </a:r>
            <a:r>
              <a:rPr sz="2400" dirty="0">
                <a:latin typeface="Arial MT"/>
                <a:cs typeface="Arial MT"/>
              </a:rPr>
              <a:t>in</a:t>
            </a:r>
            <a:r>
              <a:rPr sz="2400" spc="-160" dirty="0">
                <a:latin typeface="Arial MT"/>
                <a:cs typeface="Arial MT"/>
              </a:rPr>
              <a:t> </a:t>
            </a:r>
            <a:r>
              <a:rPr sz="2400" spc="-10" dirty="0">
                <a:latin typeface="Arial MT"/>
                <a:cs typeface="Arial MT"/>
              </a:rPr>
              <a:t>ASCII.</a:t>
            </a:r>
            <a:endParaRPr sz="2400">
              <a:latin typeface="Arial MT"/>
              <a:cs typeface="Arial MT"/>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504" y="793699"/>
            <a:ext cx="1235075" cy="695960"/>
          </a:xfrm>
          <a:prstGeom prst="rect">
            <a:avLst/>
          </a:prstGeom>
        </p:spPr>
        <p:txBody>
          <a:bodyPr vert="horz" wrap="square" lIns="0" tIns="12700" rIns="0" bIns="0" rtlCol="0">
            <a:spAutoFit/>
          </a:bodyPr>
          <a:lstStyle/>
          <a:p>
            <a:pPr marL="12700">
              <a:lnSpc>
                <a:spcPct val="100000"/>
              </a:lnSpc>
              <a:spcBef>
                <a:spcPts val="100"/>
              </a:spcBef>
            </a:pPr>
            <a:r>
              <a:rPr sz="4400" spc="-25" dirty="0">
                <a:latin typeface="Arial MT"/>
                <a:cs typeface="Arial MT"/>
              </a:rPr>
              <a:t>BMP</a:t>
            </a:r>
            <a:endParaRPr sz="4400">
              <a:latin typeface="Arial MT"/>
              <a:cs typeface="Arial MT"/>
            </a:endParaRPr>
          </a:p>
        </p:txBody>
      </p:sp>
      <p:pic>
        <p:nvPicPr>
          <p:cNvPr id="3" name="object 3"/>
          <p:cNvPicPr/>
          <p:nvPr/>
        </p:nvPicPr>
        <p:blipFill>
          <a:blip r:embed="rId2" cstate="print"/>
          <a:stretch>
            <a:fillRect/>
          </a:stretch>
        </p:blipFill>
        <p:spPr>
          <a:xfrm>
            <a:off x="685800" y="1599831"/>
            <a:ext cx="6360121" cy="2967482"/>
          </a:xfrm>
          <a:prstGeom prst="rect">
            <a:avLst/>
          </a:prstGeom>
        </p:spPr>
      </p:pic>
      <p:sp>
        <p:nvSpPr>
          <p:cNvPr id="4" name="object 4"/>
          <p:cNvSpPr txBox="1"/>
          <p:nvPr/>
        </p:nvSpPr>
        <p:spPr>
          <a:xfrm>
            <a:off x="473659" y="4734623"/>
            <a:ext cx="180086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Arial MT"/>
                <a:cs typeface="Arial MT"/>
              </a:rPr>
              <a:t>Used</a:t>
            </a:r>
            <a:r>
              <a:rPr sz="2400" spc="-55" dirty="0">
                <a:latin typeface="Arial MT"/>
                <a:cs typeface="Arial MT"/>
              </a:rPr>
              <a:t> </a:t>
            </a:r>
            <a:r>
              <a:rPr sz="2400" dirty="0">
                <a:latin typeface="Arial MT"/>
                <a:cs typeface="Arial MT"/>
              </a:rPr>
              <a:t>in</a:t>
            </a:r>
            <a:r>
              <a:rPr sz="2400" spc="-55" dirty="0">
                <a:latin typeface="Arial MT"/>
                <a:cs typeface="Arial MT"/>
              </a:rPr>
              <a:t> </a:t>
            </a:r>
            <a:r>
              <a:rPr sz="2400" spc="-20" dirty="0">
                <a:latin typeface="Arial MT"/>
                <a:cs typeface="Arial MT"/>
              </a:rPr>
              <a:t>paint</a:t>
            </a:r>
            <a:endParaRPr sz="2400">
              <a:latin typeface="Arial MT"/>
              <a:cs typeface="Arial MT"/>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File</a:t>
            </a:r>
            <a:r>
              <a:rPr spc="-50" dirty="0"/>
              <a:t> </a:t>
            </a:r>
            <a:r>
              <a:rPr spc="-10" dirty="0"/>
              <a:t>Formats</a:t>
            </a:r>
          </a:p>
        </p:txBody>
      </p:sp>
      <p:pic>
        <p:nvPicPr>
          <p:cNvPr id="3" name="object 3"/>
          <p:cNvPicPr/>
          <p:nvPr/>
        </p:nvPicPr>
        <p:blipFill>
          <a:blip r:embed="rId2" cstate="print"/>
          <a:stretch>
            <a:fillRect/>
          </a:stretch>
        </p:blipFill>
        <p:spPr>
          <a:xfrm>
            <a:off x="685800" y="1636204"/>
            <a:ext cx="7015683" cy="3634193"/>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File</a:t>
            </a:r>
            <a:r>
              <a:rPr spc="-50" dirty="0"/>
              <a:t> </a:t>
            </a:r>
            <a:r>
              <a:rPr spc="-10" dirty="0"/>
              <a:t>Formats</a:t>
            </a:r>
          </a:p>
        </p:txBody>
      </p:sp>
      <p:pic>
        <p:nvPicPr>
          <p:cNvPr id="3" name="object 3"/>
          <p:cNvPicPr/>
          <p:nvPr/>
        </p:nvPicPr>
        <p:blipFill>
          <a:blip r:embed="rId2" cstate="print"/>
          <a:stretch>
            <a:fillRect/>
          </a:stretch>
        </p:blipFill>
        <p:spPr>
          <a:xfrm>
            <a:off x="81000" y="1828444"/>
            <a:ext cx="9062631" cy="455328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Computer</a:t>
            </a:r>
            <a:r>
              <a:rPr spc="-180" dirty="0"/>
              <a:t> </a:t>
            </a:r>
            <a:r>
              <a:rPr spc="-10" dirty="0"/>
              <a:t>Graphics</a:t>
            </a:r>
          </a:p>
        </p:txBody>
      </p:sp>
      <p:sp>
        <p:nvSpPr>
          <p:cNvPr id="3" name="object 3"/>
          <p:cNvSpPr txBox="1"/>
          <p:nvPr/>
        </p:nvSpPr>
        <p:spPr>
          <a:xfrm>
            <a:off x="870026" y="2389949"/>
            <a:ext cx="7357109" cy="3714115"/>
          </a:xfrm>
          <a:prstGeom prst="rect">
            <a:avLst/>
          </a:prstGeom>
        </p:spPr>
        <p:txBody>
          <a:bodyPr vert="horz" wrap="square" lIns="0" tIns="12700" rIns="0" bIns="0" rtlCol="0">
            <a:spAutoFit/>
          </a:bodyPr>
          <a:lstStyle/>
          <a:p>
            <a:pPr marL="280035" marR="417195" indent="-267970" algn="just">
              <a:lnSpc>
                <a:spcPct val="100000"/>
              </a:lnSpc>
              <a:spcBef>
                <a:spcPts val="100"/>
              </a:spcBef>
              <a:buChar char="•"/>
              <a:tabLst>
                <a:tab pos="280035" algn="l"/>
              </a:tabLst>
            </a:pPr>
            <a:r>
              <a:rPr sz="2400" spc="160" dirty="0">
                <a:solidFill>
                  <a:srgbClr val="1B1B0F"/>
                </a:solidFill>
                <a:latin typeface="Trebuchet MS"/>
                <a:cs typeface="Trebuchet MS"/>
              </a:rPr>
              <a:t>Computer</a:t>
            </a:r>
            <a:r>
              <a:rPr sz="2400" spc="50" dirty="0">
                <a:solidFill>
                  <a:srgbClr val="1B1B0F"/>
                </a:solidFill>
                <a:latin typeface="Trebuchet MS"/>
                <a:cs typeface="Trebuchet MS"/>
              </a:rPr>
              <a:t> </a:t>
            </a:r>
            <a:r>
              <a:rPr sz="2400" spc="160" dirty="0">
                <a:solidFill>
                  <a:srgbClr val="1B1B0F"/>
                </a:solidFill>
                <a:latin typeface="Trebuchet MS"/>
                <a:cs typeface="Trebuchet MS"/>
              </a:rPr>
              <a:t>graphics</a:t>
            </a:r>
            <a:r>
              <a:rPr sz="2400" spc="45" dirty="0">
                <a:solidFill>
                  <a:srgbClr val="1B1B0F"/>
                </a:solidFill>
                <a:latin typeface="Trebuchet MS"/>
                <a:cs typeface="Trebuchet MS"/>
              </a:rPr>
              <a:t> </a:t>
            </a:r>
            <a:r>
              <a:rPr sz="2400" spc="125" dirty="0">
                <a:solidFill>
                  <a:srgbClr val="1B1B0F"/>
                </a:solidFill>
                <a:latin typeface="Trebuchet MS"/>
                <a:cs typeface="Trebuchet MS"/>
              </a:rPr>
              <a:t>is</a:t>
            </a:r>
            <a:r>
              <a:rPr sz="2400" spc="45" dirty="0">
                <a:solidFill>
                  <a:srgbClr val="1B1B0F"/>
                </a:solidFill>
                <a:latin typeface="Trebuchet MS"/>
                <a:cs typeface="Trebuchet MS"/>
              </a:rPr>
              <a:t> </a:t>
            </a:r>
            <a:r>
              <a:rPr sz="2400" spc="140" dirty="0">
                <a:solidFill>
                  <a:srgbClr val="1B1B0F"/>
                </a:solidFill>
                <a:latin typeface="Trebuchet MS"/>
                <a:cs typeface="Trebuchet MS"/>
              </a:rPr>
              <a:t>set</a:t>
            </a:r>
            <a:r>
              <a:rPr sz="2400" spc="40" dirty="0">
                <a:solidFill>
                  <a:srgbClr val="1B1B0F"/>
                </a:solidFill>
                <a:latin typeface="Trebuchet MS"/>
                <a:cs typeface="Trebuchet MS"/>
              </a:rPr>
              <a:t> </a:t>
            </a:r>
            <a:r>
              <a:rPr sz="2400" spc="60" dirty="0">
                <a:solidFill>
                  <a:srgbClr val="1B1B0F"/>
                </a:solidFill>
                <a:latin typeface="Trebuchet MS"/>
                <a:cs typeface="Trebuchet MS"/>
              </a:rPr>
              <a:t>of</a:t>
            </a:r>
            <a:r>
              <a:rPr sz="2400" spc="55" dirty="0">
                <a:solidFill>
                  <a:srgbClr val="1B1B0F"/>
                </a:solidFill>
                <a:latin typeface="Trebuchet MS"/>
                <a:cs typeface="Trebuchet MS"/>
              </a:rPr>
              <a:t> </a:t>
            </a:r>
            <a:r>
              <a:rPr sz="2400" spc="140" dirty="0">
                <a:solidFill>
                  <a:srgbClr val="1B1B0F"/>
                </a:solidFill>
                <a:latin typeface="Trebuchet MS"/>
                <a:cs typeface="Trebuchet MS"/>
              </a:rPr>
              <a:t>algorithms</a:t>
            </a:r>
            <a:r>
              <a:rPr sz="2400" spc="50" dirty="0">
                <a:solidFill>
                  <a:srgbClr val="1B1B0F"/>
                </a:solidFill>
                <a:latin typeface="Trebuchet MS"/>
                <a:cs typeface="Trebuchet MS"/>
              </a:rPr>
              <a:t> </a:t>
            </a:r>
            <a:r>
              <a:rPr sz="2400" spc="70" dirty="0">
                <a:solidFill>
                  <a:srgbClr val="1B1B0F"/>
                </a:solidFill>
                <a:latin typeface="Trebuchet MS"/>
                <a:cs typeface="Trebuchet MS"/>
              </a:rPr>
              <a:t>that </a:t>
            </a:r>
            <a:r>
              <a:rPr sz="2400" spc="150" dirty="0">
                <a:solidFill>
                  <a:srgbClr val="1B1B0F"/>
                </a:solidFill>
                <a:latin typeface="Trebuchet MS"/>
                <a:cs typeface="Trebuchet MS"/>
              </a:rPr>
              <a:t>generate</a:t>
            </a:r>
            <a:r>
              <a:rPr sz="2400" spc="55" dirty="0">
                <a:solidFill>
                  <a:srgbClr val="1B1B0F"/>
                </a:solidFill>
                <a:latin typeface="Trebuchet MS"/>
                <a:cs typeface="Trebuchet MS"/>
              </a:rPr>
              <a:t> </a:t>
            </a:r>
            <a:r>
              <a:rPr sz="2400" spc="105" dirty="0">
                <a:solidFill>
                  <a:srgbClr val="1B1B0F"/>
                </a:solidFill>
                <a:latin typeface="Trebuchet MS"/>
                <a:cs typeface="Trebuchet MS"/>
              </a:rPr>
              <a:t>or</a:t>
            </a:r>
            <a:r>
              <a:rPr sz="2400" spc="50" dirty="0">
                <a:solidFill>
                  <a:srgbClr val="1B1B0F"/>
                </a:solidFill>
                <a:latin typeface="Trebuchet MS"/>
                <a:cs typeface="Trebuchet MS"/>
              </a:rPr>
              <a:t> </a:t>
            </a:r>
            <a:r>
              <a:rPr sz="2400" spc="150" dirty="0">
                <a:solidFill>
                  <a:srgbClr val="1B1B0F"/>
                </a:solidFill>
                <a:latin typeface="Trebuchet MS"/>
                <a:cs typeface="Trebuchet MS"/>
              </a:rPr>
              <a:t>synthesize</a:t>
            </a:r>
            <a:r>
              <a:rPr sz="2400" spc="50" dirty="0">
                <a:solidFill>
                  <a:srgbClr val="1B1B0F"/>
                </a:solidFill>
                <a:latin typeface="Trebuchet MS"/>
                <a:cs typeface="Trebuchet MS"/>
              </a:rPr>
              <a:t> </a:t>
            </a:r>
            <a:r>
              <a:rPr sz="2400" spc="210" dirty="0">
                <a:solidFill>
                  <a:srgbClr val="1B1B0F"/>
                </a:solidFill>
                <a:latin typeface="Trebuchet MS"/>
                <a:cs typeface="Trebuchet MS"/>
              </a:rPr>
              <a:t>images</a:t>
            </a:r>
            <a:r>
              <a:rPr sz="2400" spc="45" dirty="0">
                <a:solidFill>
                  <a:srgbClr val="1B1B0F"/>
                </a:solidFill>
                <a:latin typeface="Trebuchet MS"/>
                <a:cs typeface="Trebuchet MS"/>
              </a:rPr>
              <a:t> </a:t>
            </a:r>
            <a:r>
              <a:rPr sz="2400" spc="190" dirty="0">
                <a:solidFill>
                  <a:srgbClr val="1B1B0F"/>
                </a:solidFill>
                <a:latin typeface="Trebuchet MS"/>
                <a:cs typeface="Trebuchet MS"/>
              </a:rPr>
              <a:t>and</a:t>
            </a:r>
            <a:r>
              <a:rPr sz="2400" spc="60" dirty="0">
                <a:solidFill>
                  <a:srgbClr val="1B1B0F"/>
                </a:solidFill>
                <a:latin typeface="Trebuchet MS"/>
                <a:cs typeface="Trebuchet MS"/>
              </a:rPr>
              <a:t> </a:t>
            </a:r>
            <a:r>
              <a:rPr sz="2400" spc="125" dirty="0">
                <a:solidFill>
                  <a:srgbClr val="1B1B0F"/>
                </a:solidFill>
                <a:latin typeface="Trebuchet MS"/>
                <a:cs typeface="Trebuchet MS"/>
              </a:rPr>
              <a:t>display </a:t>
            </a:r>
            <a:r>
              <a:rPr sz="2400" spc="165" dirty="0">
                <a:solidFill>
                  <a:srgbClr val="1B1B0F"/>
                </a:solidFill>
                <a:latin typeface="Trebuchet MS"/>
                <a:cs typeface="Trebuchet MS"/>
              </a:rPr>
              <a:t>them</a:t>
            </a:r>
            <a:r>
              <a:rPr sz="2400" spc="45" dirty="0">
                <a:solidFill>
                  <a:srgbClr val="1B1B0F"/>
                </a:solidFill>
                <a:latin typeface="Trebuchet MS"/>
                <a:cs typeface="Trebuchet MS"/>
              </a:rPr>
              <a:t> </a:t>
            </a:r>
            <a:r>
              <a:rPr sz="2400" spc="180" dirty="0">
                <a:solidFill>
                  <a:srgbClr val="1B1B0F"/>
                </a:solidFill>
                <a:latin typeface="Trebuchet MS"/>
                <a:cs typeface="Trebuchet MS"/>
              </a:rPr>
              <a:t>on</a:t>
            </a:r>
            <a:r>
              <a:rPr sz="2400" spc="55" dirty="0">
                <a:solidFill>
                  <a:srgbClr val="1B1B0F"/>
                </a:solidFill>
                <a:latin typeface="Trebuchet MS"/>
                <a:cs typeface="Trebuchet MS"/>
              </a:rPr>
              <a:t> </a:t>
            </a:r>
            <a:r>
              <a:rPr sz="2400" spc="110" dirty="0">
                <a:solidFill>
                  <a:srgbClr val="1B1B0F"/>
                </a:solidFill>
                <a:latin typeface="Trebuchet MS"/>
                <a:cs typeface="Trebuchet MS"/>
              </a:rPr>
              <a:t>the</a:t>
            </a:r>
            <a:r>
              <a:rPr sz="2400" spc="40" dirty="0">
                <a:solidFill>
                  <a:srgbClr val="1B1B0F"/>
                </a:solidFill>
                <a:latin typeface="Trebuchet MS"/>
                <a:cs typeface="Trebuchet MS"/>
              </a:rPr>
              <a:t> </a:t>
            </a:r>
            <a:r>
              <a:rPr sz="2400" spc="95" dirty="0">
                <a:solidFill>
                  <a:srgbClr val="1B1B0F"/>
                </a:solidFill>
                <a:latin typeface="Trebuchet MS"/>
                <a:cs typeface="Trebuchet MS"/>
              </a:rPr>
              <a:t>screen.</a:t>
            </a:r>
            <a:endParaRPr sz="2400">
              <a:latin typeface="Trebuchet MS"/>
              <a:cs typeface="Trebuchet MS"/>
            </a:endParaRPr>
          </a:p>
          <a:p>
            <a:pPr marL="280035" indent="-267335">
              <a:lnSpc>
                <a:spcPct val="100000"/>
              </a:lnSpc>
              <a:spcBef>
                <a:spcPts val="2000"/>
              </a:spcBef>
              <a:buChar char="•"/>
              <a:tabLst>
                <a:tab pos="280035" algn="l"/>
              </a:tabLst>
            </a:pPr>
            <a:r>
              <a:rPr sz="2400" dirty="0">
                <a:solidFill>
                  <a:srgbClr val="1B1B0F"/>
                </a:solidFill>
                <a:latin typeface="Trebuchet MS"/>
                <a:cs typeface="Trebuchet MS"/>
              </a:rPr>
              <a:t>It</a:t>
            </a:r>
            <a:r>
              <a:rPr sz="2400" spc="35" dirty="0">
                <a:solidFill>
                  <a:srgbClr val="1B1B0F"/>
                </a:solidFill>
                <a:latin typeface="Trebuchet MS"/>
                <a:cs typeface="Trebuchet MS"/>
              </a:rPr>
              <a:t> </a:t>
            </a:r>
            <a:r>
              <a:rPr sz="2400" spc="120" dirty="0">
                <a:solidFill>
                  <a:srgbClr val="1B1B0F"/>
                </a:solidFill>
                <a:latin typeface="Trebuchet MS"/>
                <a:cs typeface="Trebuchet MS"/>
              </a:rPr>
              <a:t>is</a:t>
            </a:r>
            <a:r>
              <a:rPr sz="2400" spc="55" dirty="0">
                <a:solidFill>
                  <a:srgbClr val="1B1B0F"/>
                </a:solidFill>
                <a:latin typeface="Trebuchet MS"/>
                <a:cs typeface="Trebuchet MS"/>
              </a:rPr>
              <a:t> </a:t>
            </a:r>
            <a:r>
              <a:rPr sz="2400" spc="150" dirty="0">
                <a:solidFill>
                  <a:srgbClr val="1B1B0F"/>
                </a:solidFill>
                <a:latin typeface="Trebuchet MS"/>
                <a:cs typeface="Trebuchet MS"/>
              </a:rPr>
              <a:t>also</a:t>
            </a:r>
            <a:r>
              <a:rPr sz="2400" spc="65" dirty="0">
                <a:solidFill>
                  <a:srgbClr val="1B1B0F"/>
                </a:solidFill>
                <a:latin typeface="Trebuchet MS"/>
                <a:cs typeface="Trebuchet MS"/>
              </a:rPr>
              <a:t> </a:t>
            </a:r>
            <a:r>
              <a:rPr sz="2400" spc="175" dirty="0">
                <a:solidFill>
                  <a:srgbClr val="1B1B0F"/>
                </a:solidFill>
                <a:latin typeface="Trebuchet MS"/>
                <a:cs typeface="Trebuchet MS"/>
              </a:rPr>
              <a:t>known</a:t>
            </a:r>
            <a:r>
              <a:rPr sz="2400" spc="65" dirty="0">
                <a:solidFill>
                  <a:srgbClr val="1B1B0F"/>
                </a:solidFill>
                <a:latin typeface="Trebuchet MS"/>
                <a:cs typeface="Trebuchet MS"/>
              </a:rPr>
              <a:t> </a:t>
            </a:r>
            <a:r>
              <a:rPr sz="2400" spc="229" dirty="0">
                <a:solidFill>
                  <a:srgbClr val="1B1B0F"/>
                </a:solidFill>
                <a:latin typeface="Trebuchet MS"/>
                <a:cs typeface="Trebuchet MS"/>
              </a:rPr>
              <a:t>as</a:t>
            </a:r>
            <a:r>
              <a:rPr sz="2400" spc="60" dirty="0">
                <a:solidFill>
                  <a:srgbClr val="1B1B0F"/>
                </a:solidFill>
                <a:latin typeface="Trebuchet MS"/>
                <a:cs typeface="Trebuchet MS"/>
              </a:rPr>
              <a:t> </a:t>
            </a:r>
            <a:r>
              <a:rPr sz="2400" spc="145" dirty="0">
                <a:solidFill>
                  <a:srgbClr val="1B1B0F"/>
                </a:solidFill>
                <a:latin typeface="Trebuchet MS"/>
                <a:cs typeface="Trebuchet MS"/>
              </a:rPr>
              <a:t>computer</a:t>
            </a:r>
            <a:r>
              <a:rPr sz="2400" spc="50" dirty="0">
                <a:solidFill>
                  <a:srgbClr val="1B1B0F"/>
                </a:solidFill>
                <a:latin typeface="Trebuchet MS"/>
                <a:cs typeface="Trebuchet MS"/>
              </a:rPr>
              <a:t> </a:t>
            </a:r>
            <a:r>
              <a:rPr sz="2400" spc="160" dirty="0">
                <a:solidFill>
                  <a:srgbClr val="1B1B0F"/>
                </a:solidFill>
                <a:latin typeface="Trebuchet MS"/>
                <a:cs typeface="Trebuchet MS"/>
              </a:rPr>
              <a:t>graphics</a:t>
            </a:r>
            <a:r>
              <a:rPr sz="2400" spc="55" dirty="0">
                <a:solidFill>
                  <a:srgbClr val="1B1B0F"/>
                </a:solidFill>
                <a:latin typeface="Trebuchet MS"/>
                <a:cs typeface="Trebuchet MS"/>
              </a:rPr>
              <a:t> </a:t>
            </a:r>
            <a:r>
              <a:rPr sz="2400" spc="140" dirty="0">
                <a:solidFill>
                  <a:srgbClr val="1B1B0F"/>
                </a:solidFill>
                <a:latin typeface="Trebuchet MS"/>
                <a:cs typeface="Trebuchet MS"/>
              </a:rPr>
              <a:t>system.</a:t>
            </a:r>
            <a:endParaRPr sz="2400">
              <a:latin typeface="Trebuchet MS"/>
              <a:cs typeface="Trebuchet MS"/>
            </a:endParaRPr>
          </a:p>
          <a:p>
            <a:pPr marL="280035" marR="982980" indent="-267970">
              <a:lnSpc>
                <a:spcPct val="100000"/>
              </a:lnSpc>
              <a:spcBef>
                <a:spcPts val="2000"/>
              </a:spcBef>
              <a:buChar char="•"/>
              <a:tabLst>
                <a:tab pos="280035" algn="l"/>
              </a:tabLst>
            </a:pPr>
            <a:r>
              <a:rPr sz="2400" spc="204" dirty="0">
                <a:solidFill>
                  <a:srgbClr val="1B1B0F"/>
                </a:solidFill>
                <a:latin typeface="Trebuchet MS"/>
                <a:cs typeface="Trebuchet MS"/>
              </a:rPr>
              <a:t>Image</a:t>
            </a:r>
            <a:r>
              <a:rPr sz="2400" spc="60" dirty="0">
                <a:solidFill>
                  <a:srgbClr val="1B1B0F"/>
                </a:solidFill>
                <a:latin typeface="Trebuchet MS"/>
                <a:cs typeface="Trebuchet MS"/>
              </a:rPr>
              <a:t> </a:t>
            </a:r>
            <a:r>
              <a:rPr sz="2400" spc="150" dirty="0">
                <a:solidFill>
                  <a:srgbClr val="1B1B0F"/>
                </a:solidFill>
                <a:latin typeface="Trebuchet MS"/>
                <a:cs typeface="Trebuchet MS"/>
              </a:rPr>
              <a:t>consists</a:t>
            </a:r>
            <a:r>
              <a:rPr sz="2400" spc="65" dirty="0">
                <a:solidFill>
                  <a:srgbClr val="1B1B0F"/>
                </a:solidFill>
                <a:latin typeface="Trebuchet MS"/>
                <a:cs typeface="Trebuchet MS"/>
              </a:rPr>
              <a:t> </a:t>
            </a:r>
            <a:r>
              <a:rPr sz="2400" spc="60" dirty="0">
                <a:solidFill>
                  <a:srgbClr val="1B1B0F"/>
                </a:solidFill>
                <a:latin typeface="Trebuchet MS"/>
                <a:cs typeface="Trebuchet MS"/>
              </a:rPr>
              <a:t>of</a:t>
            </a:r>
            <a:r>
              <a:rPr sz="2400" spc="70" dirty="0">
                <a:solidFill>
                  <a:srgbClr val="1B1B0F"/>
                </a:solidFill>
                <a:latin typeface="Trebuchet MS"/>
                <a:cs typeface="Trebuchet MS"/>
              </a:rPr>
              <a:t> </a:t>
            </a:r>
            <a:r>
              <a:rPr sz="2400" spc="145" dirty="0">
                <a:solidFill>
                  <a:srgbClr val="1B1B0F"/>
                </a:solidFill>
                <a:latin typeface="Trebuchet MS"/>
                <a:cs typeface="Trebuchet MS"/>
              </a:rPr>
              <a:t>continuous</a:t>
            </a:r>
            <a:r>
              <a:rPr sz="2400" spc="65" dirty="0">
                <a:solidFill>
                  <a:srgbClr val="1B1B0F"/>
                </a:solidFill>
                <a:latin typeface="Trebuchet MS"/>
                <a:cs typeface="Trebuchet MS"/>
              </a:rPr>
              <a:t> </a:t>
            </a:r>
            <a:r>
              <a:rPr sz="2400" spc="125" dirty="0">
                <a:solidFill>
                  <a:srgbClr val="1B1B0F"/>
                </a:solidFill>
                <a:latin typeface="Trebuchet MS"/>
                <a:cs typeface="Trebuchet MS"/>
              </a:rPr>
              <a:t>geometric </a:t>
            </a:r>
            <a:r>
              <a:rPr sz="2400" spc="90" dirty="0">
                <a:solidFill>
                  <a:srgbClr val="1B1B0F"/>
                </a:solidFill>
                <a:latin typeface="Trebuchet MS"/>
                <a:cs typeface="Trebuchet MS"/>
              </a:rPr>
              <a:t>primitive</a:t>
            </a:r>
            <a:r>
              <a:rPr sz="2400" spc="85" dirty="0">
                <a:solidFill>
                  <a:srgbClr val="1B1B0F"/>
                </a:solidFill>
                <a:latin typeface="Trebuchet MS"/>
                <a:cs typeface="Trebuchet MS"/>
              </a:rPr>
              <a:t> </a:t>
            </a:r>
            <a:r>
              <a:rPr sz="2400" spc="195" dirty="0">
                <a:solidFill>
                  <a:srgbClr val="1B1B0F"/>
                </a:solidFill>
                <a:latin typeface="Trebuchet MS"/>
                <a:cs typeface="Trebuchet MS"/>
              </a:rPr>
              <a:t>such</a:t>
            </a:r>
            <a:r>
              <a:rPr sz="2400" spc="80" dirty="0">
                <a:solidFill>
                  <a:srgbClr val="1B1B0F"/>
                </a:solidFill>
                <a:latin typeface="Trebuchet MS"/>
                <a:cs typeface="Trebuchet MS"/>
              </a:rPr>
              <a:t> </a:t>
            </a:r>
            <a:r>
              <a:rPr sz="2400" spc="240" dirty="0">
                <a:solidFill>
                  <a:srgbClr val="1B1B0F"/>
                </a:solidFill>
                <a:latin typeface="Trebuchet MS"/>
                <a:cs typeface="Trebuchet MS"/>
              </a:rPr>
              <a:t>as</a:t>
            </a:r>
            <a:r>
              <a:rPr sz="2400" spc="75" dirty="0">
                <a:solidFill>
                  <a:srgbClr val="1B1B0F"/>
                </a:solidFill>
                <a:latin typeface="Trebuchet MS"/>
                <a:cs typeface="Trebuchet MS"/>
              </a:rPr>
              <a:t> </a:t>
            </a:r>
            <a:r>
              <a:rPr sz="2400" dirty="0">
                <a:solidFill>
                  <a:srgbClr val="1B1B0F"/>
                </a:solidFill>
                <a:latin typeface="Trebuchet MS"/>
                <a:cs typeface="Trebuchet MS"/>
              </a:rPr>
              <a:t>line,</a:t>
            </a:r>
            <a:r>
              <a:rPr sz="2400" spc="80" dirty="0">
                <a:solidFill>
                  <a:srgbClr val="1B1B0F"/>
                </a:solidFill>
                <a:latin typeface="Trebuchet MS"/>
                <a:cs typeface="Trebuchet MS"/>
              </a:rPr>
              <a:t> </a:t>
            </a:r>
            <a:r>
              <a:rPr sz="2400" spc="190" dirty="0">
                <a:solidFill>
                  <a:srgbClr val="1B1B0F"/>
                </a:solidFill>
                <a:latin typeface="Trebuchet MS"/>
                <a:cs typeface="Trebuchet MS"/>
              </a:rPr>
              <a:t>and</a:t>
            </a:r>
            <a:r>
              <a:rPr sz="2400" spc="80" dirty="0">
                <a:solidFill>
                  <a:srgbClr val="1B1B0F"/>
                </a:solidFill>
                <a:latin typeface="Trebuchet MS"/>
                <a:cs typeface="Trebuchet MS"/>
              </a:rPr>
              <a:t> </a:t>
            </a:r>
            <a:r>
              <a:rPr sz="2400" spc="114" dirty="0">
                <a:solidFill>
                  <a:srgbClr val="1B1B0F"/>
                </a:solidFill>
                <a:latin typeface="Trebuchet MS"/>
                <a:cs typeface="Trebuchet MS"/>
              </a:rPr>
              <a:t>curves.</a:t>
            </a:r>
            <a:endParaRPr sz="2400">
              <a:latin typeface="Trebuchet MS"/>
              <a:cs typeface="Trebuchet MS"/>
            </a:endParaRPr>
          </a:p>
          <a:p>
            <a:pPr marL="280035" marR="422275" indent="-267970">
              <a:lnSpc>
                <a:spcPct val="100000"/>
              </a:lnSpc>
              <a:spcBef>
                <a:spcPts val="2000"/>
              </a:spcBef>
              <a:buChar char="•"/>
              <a:tabLst>
                <a:tab pos="280035" algn="l"/>
              </a:tabLst>
            </a:pPr>
            <a:r>
              <a:rPr sz="2400" dirty="0">
                <a:solidFill>
                  <a:srgbClr val="1B1B0F"/>
                </a:solidFill>
                <a:latin typeface="Trebuchet MS"/>
                <a:cs typeface="Trebuchet MS"/>
              </a:rPr>
              <a:t>It</a:t>
            </a:r>
            <a:r>
              <a:rPr sz="2400" spc="45" dirty="0">
                <a:solidFill>
                  <a:srgbClr val="1B1B0F"/>
                </a:solidFill>
                <a:latin typeface="Trebuchet MS"/>
                <a:cs typeface="Trebuchet MS"/>
              </a:rPr>
              <a:t> </a:t>
            </a:r>
            <a:r>
              <a:rPr sz="2400" spc="229" dirty="0">
                <a:solidFill>
                  <a:srgbClr val="1B1B0F"/>
                </a:solidFill>
                <a:latin typeface="Trebuchet MS"/>
                <a:cs typeface="Trebuchet MS"/>
              </a:rPr>
              <a:t>means</a:t>
            </a:r>
            <a:r>
              <a:rPr sz="2400" spc="55" dirty="0">
                <a:solidFill>
                  <a:srgbClr val="1B1B0F"/>
                </a:solidFill>
                <a:latin typeface="Trebuchet MS"/>
                <a:cs typeface="Trebuchet MS"/>
              </a:rPr>
              <a:t> </a:t>
            </a:r>
            <a:r>
              <a:rPr sz="2400" spc="225" dirty="0">
                <a:solidFill>
                  <a:srgbClr val="1B1B0F"/>
                </a:solidFill>
                <a:latin typeface="Trebuchet MS"/>
                <a:cs typeface="Trebuchet MS"/>
              </a:rPr>
              <a:t>GC</a:t>
            </a:r>
            <a:r>
              <a:rPr sz="2400" spc="60" dirty="0">
                <a:solidFill>
                  <a:srgbClr val="1B1B0F"/>
                </a:solidFill>
                <a:latin typeface="Trebuchet MS"/>
                <a:cs typeface="Trebuchet MS"/>
              </a:rPr>
              <a:t> </a:t>
            </a:r>
            <a:r>
              <a:rPr sz="2400" spc="160" dirty="0">
                <a:solidFill>
                  <a:srgbClr val="1B1B0F"/>
                </a:solidFill>
                <a:latin typeface="Trebuchet MS"/>
                <a:cs typeface="Trebuchet MS"/>
              </a:rPr>
              <a:t>synthesizes</a:t>
            </a:r>
            <a:r>
              <a:rPr sz="2400" spc="50" dirty="0">
                <a:solidFill>
                  <a:srgbClr val="1B1B0F"/>
                </a:solidFill>
                <a:latin typeface="Trebuchet MS"/>
                <a:cs typeface="Trebuchet MS"/>
              </a:rPr>
              <a:t> </a:t>
            </a:r>
            <a:r>
              <a:rPr sz="2400" spc="204" dirty="0">
                <a:solidFill>
                  <a:srgbClr val="1B1B0F"/>
                </a:solidFill>
                <a:latin typeface="Trebuchet MS"/>
                <a:cs typeface="Trebuchet MS"/>
              </a:rPr>
              <a:t>images</a:t>
            </a:r>
            <a:r>
              <a:rPr sz="2400" spc="60" dirty="0">
                <a:solidFill>
                  <a:srgbClr val="1B1B0F"/>
                </a:solidFill>
                <a:latin typeface="Trebuchet MS"/>
                <a:cs typeface="Trebuchet MS"/>
              </a:rPr>
              <a:t> </a:t>
            </a:r>
            <a:r>
              <a:rPr sz="2400" spc="75" dirty="0">
                <a:solidFill>
                  <a:srgbClr val="1B1B0F"/>
                </a:solidFill>
                <a:latin typeface="Trebuchet MS"/>
                <a:cs typeface="Trebuchet MS"/>
              </a:rPr>
              <a:t>with</a:t>
            </a:r>
            <a:r>
              <a:rPr sz="2400" spc="65" dirty="0">
                <a:solidFill>
                  <a:srgbClr val="1B1B0F"/>
                </a:solidFill>
                <a:latin typeface="Trebuchet MS"/>
                <a:cs typeface="Trebuchet MS"/>
              </a:rPr>
              <a:t> </a:t>
            </a:r>
            <a:r>
              <a:rPr sz="2400" spc="135" dirty="0">
                <a:solidFill>
                  <a:srgbClr val="1B1B0F"/>
                </a:solidFill>
                <a:latin typeface="Trebuchet MS"/>
                <a:cs typeface="Trebuchet MS"/>
              </a:rPr>
              <a:t>these </a:t>
            </a:r>
            <a:r>
              <a:rPr sz="2400" spc="75" dirty="0">
                <a:solidFill>
                  <a:srgbClr val="1B1B0F"/>
                </a:solidFill>
                <a:latin typeface="Trebuchet MS"/>
                <a:cs typeface="Trebuchet MS"/>
              </a:rPr>
              <a:t>primitives.</a:t>
            </a:r>
            <a:endParaRPr sz="2400">
              <a:latin typeface="Trebuchet MS"/>
              <a:cs typeface="Trebuchet M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Components</a:t>
            </a:r>
            <a:r>
              <a:rPr spc="-140" dirty="0"/>
              <a:t> </a:t>
            </a:r>
            <a:r>
              <a:rPr dirty="0"/>
              <a:t>of</a:t>
            </a:r>
            <a:r>
              <a:rPr spc="-135" dirty="0"/>
              <a:t> </a:t>
            </a:r>
            <a:r>
              <a:rPr spc="-25" dirty="0"/>
              <a:t>CG</a:t>
            </a:r>
          </a:p>
        </p:txBody>
      </p:sp>
      <p:sp>
        <p:nvSpPr>
          <p:cNvPr id="3" name="object 3"/>
          <p:cNvSpPr txBox="1"/>
          <p:nvPr/>
        </p:nvSpPr>
        <p:spPr>
          <a:xfrm>
            <a:off x="870026" y="2389949"/>
            <a:ext cx="4057650" cy="2251075"/>
          </a:xfrm>
          <a:prstGeom prst="rect">
            <a:avLst/>
          </a:prstGeom>
        </p:spPr>
        <p:txBody>
          <a:bodyPr vert="horz" wrap="square" lIns="0" tIns="12700" rIns="0" bIns="0" rtlCol="0">
            <a:spAutoFit/>
          </a:bodyPr>
          <a:lstStyle/>
          <a:p>
            <a:pPr marL="280035" indent="-267335">
              <a:lnSpc>
                <a:spcPct val="100000"/>
              </a:lnSpc>
              <a:spcBef>
                <a:spcPts val="100"/>
              </a:spcBef>
              <a:buChar char="•"/>
              <a:tabLst>
                <a:tab pos="280035" algn="l"/>
              </a:tabLst>
            </a:pPr>
            <a:r>
              <a:rPr sz="2400" spc="155" dirty="0">
                <a:solidFill>
                  <a:srgbClr val="1B1B0F"/>
                </a:solidFill>
                <a:latin typeface="Trebuchet MS"/>
                <a:cs typeface="Trebuchet MS"/>
              </a:rPr>
              <a:t>Host</a:t>
            </a:r>
            <a:r>
              <a:rPr sz="2400" spc="45" dirty="0">
                <a:solidFill>
                  <a:srgbClr val="1B1B0F"/>
                </a:solidFill>
                <a:latin typeface="Trebuchet MS"/>
                <a:cs typeface="Trebuchet MS"/>
              </a:rPr>
              <a:t> </a:t>
            </a:r>
            <a:r>
              <a:rPr sz="2400" spc="150" dirty="0">
                <a:solidFill>
                  <a:srgbClr val="1B1B0F"/>
                </a:solidFill>
                <a:latin typeface="Trebuchet MS"/>
                <a:cs typeface="Trebuchet MS"/>
              </a:rPr>
              <a:t>Computer</a:t>
            </a:r>
            <a:endParaRPr sz="2400">
              <a:latin typeface="Trebuchet MS"/>
              <a:cs typeface="Trebuchet MS"/>
            </a:endParaRPr>
          </a:p>
          <a:p>
            <a:pPr marL="280035" indent="-267335">
              <a:lnSpc>
                <a:spcPct val="100000"/>
              </a:lnSpc>
              <a:spcBef>
                <a:spcPts val="2000"/>
              </a:spcBef>
              <a:buChar char="•"/>
              <a:tabLst>
                <a:tab pos="280035" algn="l"/>
              </a:tabLst>
            </a:pPr>
            <a:r>
              <a:rPr sz="2400" spc="165" dirty="0">
                <a:solidFill>
                  <a:srgbClr val="1B1B0F"/>
                </a:solidFill>
                <a:latin typeface="Trebuchet MS"/>
                <a:cs typeface="Trebuchet MS"/>
              </a:rPr>
              <a:t>Display</a:t>
            </a:r>
            <a:r>
              <a:rPr sz="2400" spc="40" dirty="0">
                <a:solidFill>
                  <a:srgbClr val="1B1B0F"/>
                </a:solidFill>
                <a:latin typeface="Trebuchet MS"/>
                <a:cs typeface="Trebuchet MS"/>
              </a:rPr>
              <a:t> </a:t>
            </a:r>
            <a:r>
              <a:rPr sz="2400" spc="75" dirty="0">
                <a:solidFill>
                  <a:srgbClr val="1B1B0F"/>
                </a:solidFill>
                <a:latin typeface="Trebuchet MS"/>
                <a:cs typeface="Trebuchet MS"/>
              </a:rPr>
              <a:t>Controller</a:t>
            </a:r>
            <a:endParaRPr sz="2400">
              <a:latin typeface="Trebuchet MS"/>
              <a:cs typeface="Trebuchet MS"/>
            </a:endParaRPr>
          </a:p>
          <a:p>
            <a:pPr marL="280035" indent="-267335">
              <a:lnSpc>
                <a:spcPct val="100000"/>
              </a:lnSpc>
              <a:spcBef>
                <a:spcPts val="2000"/>
              </a:spcBef>
              <a:buChar char="•"/>
              <a:tabLst>
                <a:tab pos="280035" algn="l"/>
              </a:tabLst>
            </a:pPr>
            <a:r>
              <a:rPr sz="2400" spc="125" dirty="0">
                <a:solidFill>
                  <a:srgbClr val="1B1B0F"/>
                </a:solidFill>
                <a:latin typeface="Trebuchet MS"/>
                <a:cs typeface="Trebuchet MS"/>
              </a:rPr>
              <a:t>Video</a:t>
            </a:r>
            <a:r>
              <a:rPr sz="2400" spc="60" dirty="0">
                <a:solidFill>
                  <a:srgbClr val="1B1B0F"/>
                </a:solidFill>
                <a:latin typeface="Trebuchet MS"/>
                <a:cs typeface="Trebuchet MS"/>
              </a:rPr>
              <a:t> </a:t>
            </a:r>
            <a:r>
              <a:rPr sz="2400" spc="70" dirty="0">
                <a:solidFill>
                  <a:srgbClr val="1B1B0F"/>
                </a:solidFill>
                <a:latin typeface="Trebuchet MS"/>
                <a:cs typeface="Trebuchet MS"/>
              </a:rPr>
              <a:t>Controller</a:t>
            </a:r>
            <a:endParaRPr sz="2400">
              <a:latin typeface="Trebuchet MS"/>
              <a:cs typeface="Trebuchet MS"/>
            </a:endParaRPr>
          </a:p>
          <a:p>
            <a:pPr marL="280035" indent="-267335">
              <a:lnSpc>
                <a:spcPct val="100000"/>
              </a:lnSpc>
              <a:spcBef>
                <a:spcPts val="2000"/>
              </a:spcBef>
              <a:buChar char="•"/>
              <a:tabLst>
                <a:tab pos="280035" algn="l"/>
              </a:tabLst>
            </a:pPr>
            <a:r>
              <a:rPr sz="2400" spc="160" dirty="0">
                <a:solidFill>
                  <a:srgbClr val="1B1B0F"/>
                </a:solidFill>
                <a:latin typeface="Trebuchet MS"/>
                <a:cs typeface="Trebuchet MS"/>
              </a:rPr>
              <a:t>Computer</a:t>
            </a:r>
            <a:r>
              <a:rPr sz="2400" spc="50" dirty="0">
                <a:solidFill>
                  <a:srgbClr val="1B1B0F"/>
                </a:solidFill>
                <a:latin typeface="Trebuchet MS"/>
                <a:cs typeface="Trebuchet MS"/>
              </a:rPr>
              <a:t> </a:t>
            </a:r>
            <a:r>
              <a:rPr sz="2400" spc="160" dirty="0">
                <a:solidFill>
                  <a:srgbClr val="1B1B0F"/>
                </a:solidFill>
                <a:latin typeface="Trebuchet MS"/>
                <a:cs typeface="Trebuchet MS"/>
              </a:rPr>
              <a:t>Host</a:t>
            </a:r>
            <a:r>
              <a:rPr sz="2400" spc="45" dirty="0">
                <a:solidFill>
                  <a:srgbClr val="1B1B0F"/>
                </a:solidFill>
                <a:latin typeface="Trebuchet MS"/>
                <a:cs typeface="Trebuchet MS"/>
              </a:rPr>
              <a:t> </a:t>
            </a:r>
            <a:r>
              <a:rPr sz="2400" spc="80" dirty="0">
                <a:solidFill>
                  <a:srgbClr val="1B1B0F"/>
                </a:solidFill>
                <a:latin typeface="Trebuchet MS"/>
                <a:cs typeface="Trebuchet MS"/>
              </a:rPr>
              <a:t>Interface</a:t>
            </a:r>
            <a:endParaRPr sz="2400">
              <a:latin typeface="Trebuchet MS"/>
              <a:cs typeface="Trebuchet M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Components</a:t>
            </a:r>
            <a:r>
              <a:rPr spc="-140" dirty="0"/>
              <a:t> </a:t>
            </a:r>
            <a:r>
              <a:rPr dirty="0"/>
              <a:t>of</a:t>
            </a:r>
            <a:r>
              <a:rPr spc="-135" dirty="0"/>
              <a:t> </a:t>
            </a:r>
            <a:r>
              <a:rPr spc="-25" dirty="0"/>
              <a:t>CG</a:t>
            </a:r>
          </a:p>
        </p:txBody>
      </p:sp>
      <p:sp>
        <p:nvSpPr>
          <p:cNvPr id="3" name="object 3"/>
          <p:cNvSpPr txBox="1"/>
          <p:nvPr/>
        </p:nvSpPr>
        <p:spPr>
          <a:xfrm>
            <a:off x="870026" y="2389949"/>
            <a:ext cx="4057650" cy="2251075"/>
          </a:xfrm>
          <a:prstGeom prst="rect">
            <a:avLst/>
          </a:prstGeom>
        </p:spPr>
        <p:txBody>
          <a:bodyPr vert="horz" wrap="square" lIns="0" tIns="12700" rIns="0" bIns="0" rtlCol="0">
            <a:spAutoFit/>
          </a:bodyPr>
          <a:lstStyle/>
          <a:p>
            <a:pPr marL="280035" indent="-267335">
              <a:lnSpc>
                <a:spcPct val="100000"/>
              </a:lnSpc>
              <a:spcBef>
                <a:spcPts val="100"/>
              </a:spcBef>
              <a:buChar char="•"/>
              <a:tabLst>
                <a:tab pos="280035" algn="l"/>
              </a:tabLst>
            </a:pPr>
            <a:r>
              <a:rPr sz="2400" spc="155" dirty="0">
                <a:solidFill>
                  <a:srgbClr val="1B1B0F"/>
                </a:solidFill>
                <a:latin typeface="Trebuchet MS"/>
                <a:cs typeface="Trebuchet MS"/>
              </a:rPr>
              <a:t>Host</a:t>
            </a:r>
            <a:r>
              <a:rPr sz="2400" spc="45" dirty="0">
                <a:solidFill>
                  <a:srgbClr val="1B1B0F"/>
                </a:solidFill>
                <a:latin typeface="Trebuchet MS"/>
                <a:cs typeface="Trebuchet MS"/>
              </a:rPr>
              <a:t> </a:t>
            </a:r>
            <a:r>
              <a:rPr sz="2400" spc="150" dirty="0">
                <a:solidFill>
                  <a:srgbClr val="1B1B0F"/>
                </a:solidFill>
                <a:latin typeface="Trebuchet MS"/>
                <a:cs typeface="Trebuchet MS"/>
              </a:rPr>
              <a:t>Computer</a:t>
            </a:r>
            <a:endParaRPr sz="2400">
              <a:latin typeface="Trebuchet MS"/>
              <a:cs typeface="Trebuchet MS"/>
            </a:endParaRPr>
          </a:p>
          <a:p>
            <a:pPr marL="280035" indent="-267335">
              <a:lnSpc>
                <a:spcPct val="100000"/>
              </a:lnSpc>
              <a:spcBef>
                <a:spcPts val="2000"/>
              </a:spcBef>
              <a:buChar char="•"/>
              <a:tabLst>
                <a:tab pos="280035" algn="l"/>
              </a:tabLst>
            </a:pPr>
            <a:r>
              <a:rPr sz="2400" spc="165" dirty="0">
                <a:solidFill>
                  <a:srgbClr val="1B1B0F"/>
                </a:solidFill>
                <a:latin typeface="Trebuchet MS"/>
                <a:cs typeface="Trebuchet MS"/>
              </a:rPr>
              <a:t>Display</a:t>
            </a:r>
            <a:r>
              <a:rPr sz="2400" spc="40" dirty="0">
                <a:solidFill>
                  <a:srgbClr val="1B1B0F"/>
                </a:solidFill>
                <a:latin typeface="Trebuchet MS"/>
                <a:cs typeface="Trebuchet MS"/>
              </a:rPr>
              <a:t> </a:t>
            </a:r>
            <a:r>
              <a:rPr sz="2400" spc="75" dirty="0">
                <a:solidFill>
                  <a:srgbClr val="1B1B0F"/>
                </a:solidFill>
                <a:latin typeface="Trebuchet MS"/>
                <a:cs typeface="Trebuchet MS"/>
              </a:rPr>
              <a:t>Controller</a:t>
            </a:r>
            <a:endParaRPr sz="2400">
              <a:latin typeface="Trebuchet MS"/>
              <a:cs typeface="Trebuchet MS"/>
            </a:endParaRPr>
          </a:p>
          <a:p>
            <a:pPr marL="280035" indent="-267335">
              <a:lnSpc>
                <a:spcPct val="100000"/>
              </a:lnSpc>
              <a:spcBef>
                <a:spcPts val="2000"/>
              </a:spcBef>
              <a:buChar char="•"/>
              <a:tabLst>
                <a:tab pos="280035" algn="l"/>
              </a:tabLst>
            </a:pPr>
            <a:r>
              <a:rPr sz="2400" spc="125" dirty="0">
                <a:solidFill>
                  <a:srgbClr val="1B1B0F"/>
                </a:solidFill>
                <a:latin typeface="Trebuchet MS"/>
                <a:cs typeface="Trebuchet MS"/>
              </a:rPr>
              <a:t>Video</a:t>
            </a:r>
            <a:r>
              <a:rPr sz="2400" spc="60" dirty="0">
                <a:solidFill>
                  <a:srgbClr val="1B1B0F"/>
                </a:solidFill>
                <a:latin typeface="Trebuchet MS"/>
                <a:cs typeface="Trebuchet MS"/>
              </a:rPr>
              <a:t> </a:t>
            </a:r>
            <a:r>
              <a:rPr sz="2400" spc="70" dirty="0">
                <a:solidFill>
                  <a:srgbClr val="1B1B0F"/>
                </a:solidFill>
                <a:latin typeface="Trebuchet MS"/>
                <a:cs typeface="Trebuchet MS"/>
              </a:rPr>
              <a:t>Controller</a:t>
            </a:r>
            <a:endParaRPr sz="2400">
              <a:latin typeface="Trebuchet MS"/>
              <a:cs typeface="Trebuchet MS"/>
            </a:endParaRPr>
          </a:p>
          <a:p>
            <a:pPr marL="280035" indent="-267335">
              <a:lnSpc>
                <a:spcPct val="100000"/>
              </a:lnSpc>
              <a:spcBef>
                <a:spcPts val="2000"/>
              </a:spcBef>
              <a:buChar char="•"/>
              <a:tabLst>
                <a:tab pos="280035" algn="l"/>
              </a:tabLst>
            </a:pPr>
            <a:r>
              <a:rPr sz="2400" spc="160" dirty="0">
                <a:solidFill>
                  <a:srgbClr val="1B1B0F"/>
                </a:solidFill>
                <a:latin typeface="Trebuchet MS"/>
                <a:cs typeface="Trebuchet MS"/>
              </a:rPr>
              <a:t>Computer</a:t>
            </a:r>
            <a:r>
              <a:rPr sz="2400" spc="50" dirty="0">
                <a:solidFill>
                  <a:srgbClr val="1B1B0F"/>
                </a:solidFill>
                <a:latin typeface="Trebuchet MS"/>
                <a:cs typeface="Trebuchet MS"/>
              </a:rPr>
              <a:t> </a:t>
            </a:r>
            <a:r>
              <a:rPr sz="2400" spc="160" dirty="0">
                <a:solidFill>
                  <a:srgbClr val="1B1B0F"/>
                </a:solidFill>
                <a:latin typeface="Trebuchet MS"/>
                <a:cs typeface="Trebuchet MS"/>
              </a:rPr>
              <a:t>Host</a:t>
            </a:r>
            <a:r>
              <a:rPr sz="2400" spc="45" dirty="0">
                <a:solidFill>
                  <a:srgbClr val="1B1B0F"/>
                </a:solidFill>
                <a:latin typeface="Trebuchet MS"/>
                <a:cs typeface="Trebuchet MS"/>
              </a:rPr>
              <a:t> </a:t>
            </a:r>
            <a:r>
              <a:rPr sz="2400" spc="80" dirty="0">
                <a:solidFill>
                  <a:srgbClr val="1B1B0F"/>
                </a:solidFill>
                <a:latin typeface="Trebuchet MS"/>
                <a:cs typeface="Trebuchet MS"/>
              </a:rPr>
              <a:t>Interface</a:t>
            </a:r>
            <a:endParaRPr sz="2400">
              <a:latin typeface="Trebuchet MS"/>
              <a:cs typeface="Trebuchet MS"/>
            </a:endParaRPr>
          </a:p>
        </p:txBody>
      </p:sp>
      <p:pic>
        <p:nvPicPr>
          <p:cNvPr id="4" name="object 4"/>
          <p:cNvPicPr/>
          <p:nvPr/>
        </p:nvPicPr>
        <p:blipFill>
          <a:blip r:embed="rId2" cstate="print"/>
          <a:stretch>
            <a:fillRect/>
          </a:stretch>
        </p:blipFill>
        <p:spPr>
          <a:xfrm>
            <a:off x="0" y="1463395"/>
            <a:ext cx="9044279" cy="5386679"/>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Host</a:t>
            </a:r>
            <a:r>
              <a:rPr spc="-110" dirty="0"/>
              <a:t> </a:t>
            </a:r>
            <a:r>
              <a:rPr spc="-10" dirty="0"/>
              <a:t>Computer</a:t>
            </a:r>
          </a:p>
        </p:txBody>
      </p:sp>
      <p:sp>
        <p:nvSpPr>
          <p:cNvPr id="3" name="object 3"/>
          <p:cNvSpPr txBox="1"/>
          <p:nvPr/>
        </p:nvSpPr>
        <p:spPr>
          <a:xfrm>
            <a:off x="870026" y="2389949"/>
            <a:ext cx="6318250" cy="1377315"/>
          </a:xfrm>
          <a:prstGeom prst="rect">
            <a:avLst/>
          </a:prstGeom>
        </p:spPr>
        <p:txBody>
          <a:bodyPr vert="horz" wrap="square" lIns="0" tIns="12700" rIns="0" bIns="0" rtlCol="0">
            <a:spAutoFit/>
          </a:bodyPr>
          <a:lstStyle/>
          <a:p>
            <a:pPr marL="280035" indent="-267335">
              <a:lnSpc>
                <a:spcPct val="100000"/>
              </a:lnSpc>
              <a:spcBef>
                <a:spcPts val="100"/>
              </a:spcBef>
              <a:buChar char="•"/>
              <a:tabLst>
                <a:tab pos="280035" algn="l"/>
              </a:tabLst>
            </a:pPr>
            <a:r>
              <a:rPr sz="2400" dirty="0">
                <a:solidFill>
                  <a:srgbClr val="1B1B0F"/>
                </a:solidFill>
                <a:latin typeface="Trebuchet MS"/>
                <a:cs typeface="Trebuchet MS"/>
              </a:rPr>
              <a:t>All</a:t>
            </a:r>
            <a:r>
              <a:rPr sz="2400" spc="100" dirty="0">
                <a:solidFill>
                  <a:srgbClr val="1B1B0F"/>
                </a:solidFill>
                <a:latin typeface="Trebuchet MS"/>
                <a:cs typeface="Trebuchet MS"/>
              </a:rPr>
              <a:t> </a:t>
            </a:r>
            <a:r>
              <a:rPr sz="2400" spc="160" dirty="0">
                <a:solidFill>
                  <a:srgbClr val="1B1B0F"/>
                </a:solidFill>
                <a:latin typeface="Trebuchet MS"/>
                <a:cs typeface="Trebuchet MS"/>
              </a:rPr>
              <a:t>processing</a:t>
            </a:r>
            <a:r>
              <a:rPr sz="2400" spc="100" dirty="0">
                <a:solidFill>
                  <a:srgbClr val="1B1B0F"/>
                </a:solidFill>
                <a:latin typeface="Trebuchet MS"/>
                <a:cs typeface="Trebuchet MS"/>
              </a:rPr>
              <a:t> </a:t>
            </a:r>
            <a:r>
              <a:rPr sz="2400" spc="135" dirty="0">
                <a:solidFill>
                  <a:srgbClr val="1B1B0F"/>
                </a:solidFill>
                <a:latin typeface="Trebuchet MS"/>
                <a:cs typeface="Trebuchet MS"/>
              </a:rPr>
              <a:t>takes</a:t>
            </a:r>
            <a:r>
              <a:rPr sz="2400" spc="100" dirty="0">
                <a:solidFill>
                  <a:srgbClr val="1B1B0F"/>
                </a:solidFill>
                <a:latin typeface="Trebuchet MS"/>
                <a:cs typeface="Trebuchet MS"/>
              </a:rPr>
              <a:t> </a:t>
            </a:r>
            <a:r>
              <a:rPr sz="2400" spc="95" dirty="0">
                <a:solidFill>
                  <a:srgbClr val="1B1B0F"/>
                </a:solidFill>
                <a:latin typeface="Trebuchet MS"/>
                <a:cs typeface="Trebuchet MS"/>
              </a:rPr>
              <a:t>place</a:t>
            </a:r>
            <a:endParaRPr sz="2400">
              <a:latin typeface="Trebuchet MS"/>
              <a:cs typeface="Trebuchet MS"/>
            </a:endParaRPr>
          </a:p>
          <a:p>
            <a:pPr marL="280035" marR="5080" indent="-267970">
              <a:lnSpc>
                <a:spcPct val="100000"/>
              </a:lnSpc>
              <a:spcBef>
                <a:spcPts val="2000"/>
              </a:spcBef>
              <a:buChar char="•"/>
              <a:tabLst>
                <a:tab pos="280035" algn="l"/>
              </a:tabLst>
            </a:pPr>
            <a:r>
              <a:rPr sz="2400" spc="135" dirty="0">
                <a:solidFill>
                  <a:srgbClr val="1B1B0F"/>
                </a:solidFill>
                <a:latin typeface="Trebuchet MS"/>
                <a:cs typeface="Trebuchet MS"/>
              </a:rPr>
              <a:t>Generate</a:t>
            </a:r>
            <a:r>
              <a:rPr sz="2400" spc="50" dirty="0">
                <a:solidFill>
                  <a:srgbClr val="1B1B0F"/>
                </a:solidFill>
                <a:latin typeface="Trebuchet MS"/>
                <a:cs typeface="Trebuchet MS"/>
              </a:rPr>
              <a:t> </a:t>
            </a:r>
            <a:r>
              <a:rPr sz="2400" spc="135" dirty="0">
                <a:solidFill>
                  <a:srgbClr val="1B1B0F"/>
                </a:solidFill>
                <a:latin typeface="Trebuchet MS"/>
                <a:cs typeface="Trebuchet MS"/>
              </a:rPr>
              <a:t>display</a:t>
            </a:r>
            <a:r>
              <a:rPr sz="2400" spc="55" dirty="0">
                <a:solidFill>
                  <a:srgbClr val="1B1B0F"/>
                </a:solidFill>
                <a:latin typeface="Trebuchet MS"/>
                <a:cs typeface="Trebuchet MS"/>
              </a:rPr>
              <a:t> </a:t>
            </a:r>
            <a:r>
              <a:rPr sz="2400" spc="220" dirty="0">
                <a:solidFill>
                  <a:srgbClr val="1B1B0F"/>
                </a:solidFill>
                <a:latin typeface="Trebuchet MS"/>
                <a:cs typeface="Trebuchet MS"/>
              </a:rPr>
              <a:t>command</a:t>
            </a:r>
            <a:r>
              <a:rPr sz="2400" spc="60" dirty="0">
                <a:solidFill>
                  <a:srgbClr val="1B1B0F"/>
                </a:solidFill>
                <a:latin typeface="Trebuchet MS"/>
                <a:cs typeface="Trebuchet MS"/>
              </a:rPr>
              <a:t> </a:t>
            </a:r>
            <a:r>
              <a:rPr sz="2400" spc="75" dirty="0">
                <a:solidFill>
                  <a:srgbClr val="1B1B0F"/>
                </a:solidFill>
                <a:latin typeface="Trebuchet MS"/>
                <a:cs typeface="Trebuchet MS"/>
              </a:rPr>
              <a:t>to</a:t>
            </a:r>
            <a:r>
              <a:rPr sz="2400" spc="55" dirty="0">
                <a:solidFill>
                  <a:srgbClr val="1B1B0F"/>
                </a:solidFill>
                <a:latin typeface="Trebuchet MS"/>
                <a:cs typeface="Trebuchet MS"/>
              </a:rPr>
              <a:t> </a:t>
            </a:r>
            <a:r>
              <a:rPr sz="2400" spc="145" dirty="0">
                <a:solidFill>
                  <a:srgbClr val="1B1B0F"/>
                </a:solidFill>
                <a:latin typeface="Trebuchet MS"/>
                <a:cs typeface="Trebuchet MS"/>
              </a:rPr>
              <a:t>graphics </a:t>
            </a:r>
            <a:r>
              <a:rPr sz="2400" spc="140" dirty="0">
                <a:solidFill>
                  <a:srgbClr val="1B1B0F"/>
                </a:solidFill>
                <a:latin typeface="Trebuchet MS"/>
                <a:cs typeface="Trebuchet MS"/>
              </a:rPr>
              <a:t>processor</a:t>
            </a:r>
            <a:endParaRPr sz="2400">
              <a:latin typeface="Trebuchet MS"/>
              <a:cs typeface="Trebuchet M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Display</a:t>
            </a:r>
            <a:r>
              <a:rPr spc="-85" dirty="0"/>
              <a:t> </a:t>
            </a:r>
            <a:r>
              <a:rPr spc="-10" dirty="0"/>
              <a:t>Controller</a:t>
            </a:r>
          </a:p>
        </p:txBody>
      </p:sp>
      <p:sp>
        <p:nvSpPr>
          <p:cNvPr id="3" name="object 3"/>
          <p:cNvSpPr txBox="1"/>
          <p:nvPr/>
        </p:nvSpPr>
        <p:spPr>
          <a:xfrm>
            <a:off x="870026" y="1813585"/>
            <a:ext cx="7054215" cy="4589145"/>
          </a:xfrm>
          <a:prstGeom prst="rect">
            <a:avLst/>
          </a:prstGeom>
        </p:spPr>
        <p:txBody>
          <a:bodyPr vert="horz" wrap="square" lIns="0" tIns="12700" rIns="0" bIns="0" rtlCol="0">
            <a:spAutoFit/>
          </a:bodyPr>
          <a:lstStyle/>
          <a:p>
            <a:pPr marL="280035" indent="-267335">
              <a:lnSpc>
                <a:spcPct val="100000"/>
              </a:lnSpc>
              <a:spcBef>
                <a:spcPts val="100"/>
              </a:spcBef>
              <a:buChar char="•"/>
              <a:tabLst>
                <a:tab pos="280035" algn="l"/>
              </a:tabLst>
            </a:pPr>
            <a:r>
              <a:rPr sz="2400" spc="150" dirty="0">
                <a:solidFill>
                  <a:srgbClr val="1B1B0F"/>
                </a:solidFill>
                <a:latin typeface="Trebuchet MS"/>
                <a:cs typeface="Trebuchet MS"/>
              </a:rPr>
              <a:t>Also</a:t>
            </a:r>
            <a:r>
              <a:rPr sz="2400" spc="50" dirty="0">
                <a:solidFill>
                  <a:srgbClr val="1B1B0F"/>
                </a:solidFill>
                <a:latin typeface="Trebuchet MS"/>
                <a:cs typeface="Trebuchet MS"/>
              </a:rPr>
              <a:t> </a:t>
            </a:r>
            <a:r>
              <a:rPr sz="2400" spc="175" dirty="0">
                <a:solidFill>
                  <a:srgbClr val="1B1B0F"/>
                </a:solidFill>
                <a:latin typeface="Trebuchet MS"/>
                <a:cs typeface="Trebuchet MS"/>
              </a:rPr>
              <a:t>known</a:t>
            </a:r>
            <a:r>
              <a:rPr sz="2400" spc="60" dirty="0">
                <a:solidFill>
                  <a:srgbClr val="1B1B0F"/>
                </a:solidFill>
                <a:latin typeface="Trebuchet MS"/>
                <a:cs typeface="Trebuchet MS"/>
              </a:rPr>
              <a:t> </a:t>
            </a:r>
            <a:r>
              <a:rPr sz="2400" spc="240" dirty="0">
                <a:solidFill>
                  <a:srgbClr val="1B1B0F"/>
                </a:solidFill>
                <a:latin typeface="Trebuchet MS"/>
                <a:cs typeface="Trebuchet MS"/>
              </a:rPr>
              <a:t>as</a:t>
            </a:r>
            <a:r>
              <a:rPr sz="2400" spc="55" dirty="0">
                <a:solidFill>
                  <a:srgbClr val="1B1B0F"/>
                </a:solidFill>
                <a:latin typeface="Trebuchet MS"/>
                <a:cs typeface="Trebuchet MS"/>
              </a:rPr>
              <a:t> </a:t>
            </a:r>
            <a:r>
              <a:rPr sz="2400" spc="155" dirty="0">
                <a:solidFill>
                  <a:srgbClr val="1B1B0F"/>
                </a:solidFill>
                <a:latin typeface="Trebuchet MS"/>
                <a:cs typeface="Trebuchet MS"/>
              </a:rPr>
              <a:t>graphics</a:t>
            </a:r>
            <a:r>
              <a:rPr sz="2400" spc="55" dirty="0">
                <a:solidFill>
                  <a:srgbClr val="1B1B0F"/>
                </a:solidFill>
                <a:latin typeface="Trebuchet MS"/>
                <a:cs typeface="Trebuchet MS"/>
              </a:rPr>
              <a:t> </a:t>
            </a:r>
            <a:r>
              <a:rPr sz="2400" spc="150" dirty="0">
                <a:solidFill>
                  <a:srgbClr val="1B1B0F"/>
                </a:solidFill>
                <a:latin typeface="Trebuchet MS"/>
                <a:cs typeface="Trebuchet MS"/>
              </a:rPr>
              <a:t>processor</a:t>
            </a:r>
            <a:r>
              <a:rPr sz="2400" spc="50" dirty="0">
                <a:solidFill>
                  <a:srgbClr val="1B1B0F"/>
                </a:solidFill>
                <a:latin typeface="Trebuchet MS"/>
                <a:cs typeface="Trebuchet MS"/>
              </a:rPr>
              <a:t> </a:t>
            </a:r>
            <a:r>
              <a:rPr sz="2400" spc="105" dirty="0">
                <a:solidFill>
                  <a:srgbClr val="1B1B0F"/>
                </a:solidFill>
                <a:latin typeface="Trebuchet MS"/>
                <a:cs typeface="Trebuchet MS"/>
              </a:rPr>
              <a:t>or</a:t>
            </a:r>
            <a:r>
              <a:rPr sz="2400" spc="55" dirty="0">
                <a:solidFill>
                  <a:srgbClr val="1B1B0F"/>
                </a:solidFill>
                <a:latin typeface="Trebuchet MS"/>
                <a:cs typeface="Trebuchet MS"/>
              </a:rPr>
              <a:t> </a:t>
            </a:r>
            <a:r>
              <a:rPr sz="2400" spc="70" dirty="0">
                <a:solidFill>
                  <a:srgbClr val="1B1B0F"/>
                </a:solidFill>
                <a:latin typeface="Trebuchet MS"/>
                <a:cs typeface="Trebuchet MS"/>
              </a:rPr>
              <a:t>GPU.</a:t>
            </a:r>
            <a:endParaRPr sz="2400">
              <a:latin typeface="Trebuchet MS"/>
              <a:cs typeface="Trebuchet MS"/>
            </a:endParaRPr>
          </a:p>
          <a:p>
            <a:pPr marL="280035" indent="-267335">
              <a:lnSpc>
                <a:spcPct val="100000"/>
              </a:lnSpc>
              <a:spcBef>
                <a:spcPts val="2000"/>
              </a:spcBef>
              <a:buChar char="•"/>
              <a:tabLst>
                <a:tab pos="280035" algn="l"/>
              </a:tabLst>
            </a:pPr>
            <a:r>
              <a:rPr sz="2400" spc="75" dirty="0">
                <a:solidFill>
                  <a:srgbClr val="1B1B0F"/>
                </a:solidFill>
                <a:latin typeface="Trebuchet MS"/>
                <a:cs typeface="Trebuchet MS"/>
              </a:rPr>
              <a:t>Takes</a:t>
            </a:r>
            <a:r>
              <a:rPr sz="2400" spc="50" dirty="0">
                <a:solidFill>
                  <a:srgbClr val="1B1B0F"/>
                </a:solidFill>
                <a:latin typeface="Trebuchet MS"/>
                <a:cs typeface="Trebuchet MS"/>
              </a:rPr>
              <a:t> </a:t>
            </a:r>
            <a:r>
              <a:rPr sz="2400" spc="135" dirty="0">
                <a:solidFill>
                  <a:srgbClr val="1B1B0F"/>
                </a:solidFill>
                <a:latin typeface="Trebuchet MS"/>
                <a:cs typeface="Trebuchet MS"/>
              </a:rPr>
              <a:t>display</a:t>
            </a:r>
            <a:r>
              <a:rPr sz="2400" spc="50" dirty="0">
                <a:solidFill>
                  <a:srgbClr val="1B1B0F"/>
                </a:solidFill>
                <a:latin typeface="Trebuchet MS"/>
                <a:cs typeface="Trebuchet MS"/>
              </a:rPr>
              <a:t> </a:t>
            </a:r>
            <a:r>
              <a:rPr sz="2400" spc="215" dirty="0">
                <a:solidFill>
                  <a:srgbClr val="1B1B0F"/>
                </a:solidFill>
                <a:latin typeface="Trebuchet MS"/>
                <a:cs typeface="Trebuchet MS"/>
              </a:rPr>
              <a:t>command</a:t>
            </a:r>
            <a:r>
              <a:rPr sz="2400" spc="70" dirty="0">
                <a:solidFill>
                  <a:srgbClr val="1B1B0F"/>
                </a:solidFill>
                <a:latin typeface="Trebuchet MS"/>
                <a:cs typeface="Trebuchet MS"/>
              </a:rPr>
              <a:t> </a:t>
            </a:r>
            <a:r>
              <a:rPr sz="2400" spc="110" dirty="0">
                <a:solidFill>
                  <a:srgbClr val="1B1B0F"/>
                </a:solidFill>
                <a:latin typeface="Trebuchet MS"/>
                <a:cs typeface="Trebuchet MS"/>
              </a:rPr>
              <a:t>from</a:t>
            </a:r>
            <a:r>
              <a:rPr sz="2400" spc="55" dirty="0">
                <a:solidFill>
                  <a:srgbClr val="1B1B0F"/>
                </a:solidFill>
                <a:latin typeface="Trebuchet MS"/>
                <a:cs typeface="Trebuchet MS"/>
              </a:rPr>
              <a:t> </a:t>
            </a:r>
            <a:r>
              <a:rPr sz="2400" spc="150" dirty="0">
                <a:solidFill>
                  <a:srgbClr val="1B1B0F"/>
                </a:solidFill>
                <a:latin typeface="Trebuchet MS"/>
                <a:cs typeface="Trebuchet MS"/>
              </a:rPr>
              <a:t>host</a:t>
            </a:r>
            <a:r>
              <a:rPr sz="2400" spc="65" dirty="0">
                <a:solidFill>
                  <a:srgbClr val="1B1B0F"/>
                </a:solidFill>
                <a:latin typeface="Trebuchet MS"/>
                <a:cs typeface="Trebuchet MS"/>
              </a:rPr>
              <a:t> </a:t>
            </a:r>
            <a:r>
              <a:rPr sz="2400" spc="140" dirty="0">
                <a:solidFill>
                  <a:srgbClr val="1B1B0F"/>
                </a:solidFill>
                <a:latin typeface="Trebuchet MS"/>
                <a:cs typeface="Trebuchet MS"/>
              </a:rPr>
              <a:t>computer</a:t>
            </a:r>
            <a:endParaRPr sz="2400">
              <a:latin typeface="Trebuchet MS"/>
              <a:cs typeface="Trebuchet MS"/>
            </a:endParaRPr>
          </a:p>
          <a:p>
            <a:pPr marL="280035" indent="-267335">
              <a:lnSpc>
                <a:spcPct val="100000"/>
              </a:lnSpc>
              <a:spcBef>
                <a:spcPts val="2000"/>
              </a:spcBef>
              <a:buChar char="•"/>
              <a:tabLst>
                <a:tab pos="280035" algn="l"/>
              </a:tabLst>
            </a:pPr>
            <a:r>
              <a:rPr sz="2400" spc="75" dirty="0">
                <a:solidFill>
                  <a:srgbClr val="1B1B0F"/>
                </a:solidFill>
                <a:latin typeface="Trebuchet MS"/>
                <a:cs typeface="Trebuchet MS"/>
              </a:rPr>
              <a:t>Takes</a:t>
            </a:r>
            <a:r>
              <a:rPr sz="2400" spc="45" dirty="0">
                <a:solidFill>
                  <a:srgbClr val="1B1B0F"/>
                </a:solidFill>
                <a:latin typeface="Trebuchet MS"/>
                <a:cs typeface="Trebuchet MS"/>
              </a:rPr>
              <a:t> </a:t>
            </a:r>
            <a:r>
              <a:rPr sz="2400" spc="105" dirty="0">
                <a:solidFill>
                  <a:srgbClr val="1B1B0F"/>
                </a:solidFill>
                <a:latin typeface="Trebuchet MS"/>
                <a:cs typeface="Trebuchet MS"/>
              </a:rPr>
              <a:t>input</a:t>
            </a:r>
            <a:r>
              <a:rPr sz="2400" spc="45" dirty="0">
                <a:solidFill>
                  <a:srgbClr val="1B1B0F"/>
                </a:solidFill>
                <a:latin typeface="Trebuchet MS"/>
                <a:cs typeface="Trebuchet MS"/>
              </a:rPr>
              <a:t> </a:t>
            </a:r>
            <a:r>
              <a:rPr sz="2400" spc="110" dirty="0">
                <a:solidFill>
                  <a:srgbClr val="1B1B0F"/>
                </a:solidFill>
                <a:latin typeface="Trebuchet MS"/>
                <a:cs typeface="Trebuchet MS"/>
              </a:rPr>
              <a:t>from</a:t>
            </a:r>
            <a:r>
              <a:rPr sz="2400" spc="60" dirty="0">
                <a:solidFill>
                  <a:srgbClr val="1B1B0F"/>
                </a:solidFill>
                <a:latin typeface="Trebuchet MS"/>
                <a:cs typeface="Trebuchet MS"/>
              </a:rPr>
              <a:t> </a:t>
            </a:r>
            <a:r>
              <a:rPr sz="2400" spc="100" dirty="0">
                <a:solidFill>
                  <a:srgbClr val="1B1B0F"/>
                </a:solidFill>
                <a:latin typeface="Trebuchet MS"/>
                <a:cs typeface="Trebuchet MS"/>
              </a:rPr>
              <a:t>input</a:t>
            </a:r>
            <a:r>
              <a:rPr sz="2400" spc="50" dirty="0">
                <a:solidFill>
                  <a:srgbClr val="1B1B0F"/>
                </a:solidFill>
                <a:latin typeface="Trebuchet MS"/>
                <a:cs typeface="Trebuchet MS"/>
              </a:rPr>
              <a:t> </a:t>
            </a:r>
            <a:r>
              <a:rPr sz="2400" spc="140" dirty="0">
                <a:solidFill>
                  <a:srgbClr val="1B1B0F"/>
                </a:solidFill>
                <a:latin typeface="Trebuchet MS"/>
                <a:cs typeface="Trebuchet MS"/>
              </a:rPr>
              <a:t>devices</a:t>
            </a:r>
            <a:endParaRPr sz="2400">
              <a:latin typeface="Trebuchet MS"/>
              <a:cs typeface="Trebuchet MS"/>
            </a:endParaRPr>
          </a:p>
          <a:p>
            <a:pPr marL="280035" marR="433070" indent="-267970">
              <a:lnSpc>
                <a:spcPct val="100000"/>
              </a:lnSpc>
              <a:spcBef>
                <a:spcPts val="1995"/>
              </a:spcBef>
              <a:buChar char="•"/>
              <a:tabLst>
                <a:tab pos="280035" algn="l"/>
              </a:tabLst>
            </a:pPr>
            <a:r>
              <a:rPr sz="2400" spc="130" dirty="0">
                <a:solidFill>
                  <a:srgbClr val="1B1B0F"/>
                </a:solidFill>
                <a:latin typeface="Trebuchet MS"/>
                <a:cs typeface="Trebuchet MS"/>
              </a:rPr>
              <a:t>Output</a:t>
            </a:r>
            <a:r>
              <a:rPr sz="2400" spc="45" dirty="0">
                <a:solidFill>
                  <a:srgbClr val="1B1B0F"/>
                </a:solidFill>
                <a:latin typeface="Trebuchet MS"/>
                <a:cs typeface="Trebuchet MS"/>
              </a:rPr>
              <a:t> </a:t>
            </a:r>
            <a:r>
              <a:rPr sz="2400" spc="65" dirty="0">
                <a:solidFill>
                  <a:srgbClr val="1B1B0F"/>
                </a:solidFill>
                <a:latin typeface="Trebuchet MS"/>
                <a:cs typeface="Trebuchet MS"/>
              </a:rPr>
              <a:t>of</a:t>
            </a:r>
            <a:r>
              <a:rPr sz="2400" spc="55" dirty="0">
                <a:solidFill>
                  <a:srgbClr val="1B1B0F"/>
                </a:solidFill>
                <a:latin typeface="Trebuchet MS"/>
                <a:cs typeface="Trebuchet MS"/>
              </a:rPr>
              <a:t> </a:t>
            </a:r>
            <a:r>
              <a:rPr sz="2400" spc="135" dirty="0">
                <a:solidFill>
                  <a:srgbClr val="1B1B0F"/>
                </a:solidFill>
                <a:latin typeface="Trebuchet MS"/>
                <a:cs typeface="Trebuchet MS"/>
              </a:rPr>
              <a:t>display</a:t>
            </a:r>
            <a:r>
              <a:rPr sz="2400" spc="50" dirty="0">
                <a:solidFill>
                  <a:srgbClr val="1B1B0F"/>
                </a:solidFill>
                <a:latin typeface="Trebuchet MS"/>
                <a:cs typeface="Trebuchet MS"/>
              </a:rPr>
              <a:t> </a:t>
            </a:r>
            <a:r>
              <a:rPr sz="2400" spc="70" dirty="0">
                <a:solidFill>
                  <a:srgbClr val="1B1B0F"/>
                </a:solidFill>
                <a:latin typeface="Trebuchet MS"/>
                <a:cs typeface="Trebuchet MS"/>
              </a:rPr>
              <a:t>controller</a:t>
            </a:r>
            <a:r>
              <a:rPr sz="2400" spc="50" dirty="0">
                <a:solidFill>
                  <a:srgbClr val="1B1B0F"/>
                </a:solidFill>
                <a:latin typeface="Trebuchet MS"/>
                <a:cs typeface="Trebuchet MS"/>
              </a:rPr>
              <a:t> </a:t>
            </a:r>
            <a:r>
              <a:rPr sz="2400" spc="225" dirty="0">
                <a:solidFill>
                  <a:srgbClr val="1B1B0F"/>
                </a:solidFill>
                <a:latin typeface="Trebuchet MS"/>
                <a:cs typeface="Trebuchet MS"/>
              </a:rPr>
              <a:t>goes</a:t>
            </a:r>
            <a:r>
              <a:rPr sz="2400" spc="50" dirty="0">
                <a:solidFill>
                  <a:srgbClr val="1B1B0F"/>
                </a:solidFill>
                <a:latin typeface="Trebuchet MS"/>
                <a:cs typeface="Trebuchet MS"/>
              </a:rPr>
              <a:t> </a:t>
            </a:r>
            <a:r>
              <a:rPr sz="2400" spc="75" dirty="0">
                <a:solidFill>
                  <a:srgbClr val="1B1B0F"/>
                </a:solidFill>
                <a:latin typeface="Trebuchet MS"/>
                <a:cs typeface="Trebuchet MS"/>
              </a:rPr>
              <a:t>to</a:t>
            </a:r>
            <a:r>
              <a:rPr sz="2400" spc="50" dirty="0">
                <a:solidFill>
                  <a:srgbClr val="1B1B0F"/>
                </a:solidFill>
                <a:latin typeface="Trebuchet MS"/>
                <a:cs typeface="Trebuchet MS"/>
              </a:rPr>
              <a:t> </a:t>
            </a:r>
            <a:r>
              <a:rPr sz="2400" spc="120" dirty="0">
                <a:solidFill>
                  <a:srgbClr val="1B1B0F"/>
                </a:solidFill>
                <a:latin typeface="Trebuchet MS"/>
                <a:cs typeface="Trebuchet MS"/>
              </a:rPr>
              <a:t>video </a:t>
            </a:r>
            <a:r>
              <a:rPr sz="2400" spc="200" dirty="0">
                <a:solidFill>
                  <a:srgbClr val="1B1B0F"/>
                </a:solidFill>
                <a:latin typeface="Trebuchet MS"/>
                <a:cs typeface="Trebuchet MS"/>
              </a:rPr>
              <a:t>memory</a:t>
            </a:r>
            <a:endParaRPr sz="2400">
              <a:latin typeface="Trebuchet MS"/>
              <a:cs typeface="Trebuchet MS"/>
            </a:endParaRPr>
          </a:p>
          <a:p>
            <a:pPr marL="280035" marR="668655" indent="-267970">
              <a:lnSpc>
                <a:spcPct val="100000"/>
              </a:lnSpc>
              <a:spcBef>
                <a:spcPts val="2010"/>
              </a:spcBef>
              <a:buChar char="•"/>
              <a:tabLst>
                <a:tab pos="280035" algn="l"/>
              </a:tabLst>
            </a:pPr>
            <a:r>
              <a:rPr sz="2400" spc="130" dirty="0">
                <a:solidFill>
                  <a:srgbClr val="1B1B0F"/>
                </a:solidFill>
                <a:latin typeface="Trebuchet MS"/>
                <a:cs typeface="Trebuchet MS"/>
              </a:rPr>
              <a:t>Content</a:t>
            </a:r>
            <a:r>
              <a:rPr sz="2400" spc="40" dirty="0">
                <a:solidFill>
                  <a:srgbClr val="1B1B0F"/>
                </a:solidFill>
                <a:latin typeface="Trebuchet MS"/>
                <a:cs typeface="Trebuchet MS"/>
              </a:rPr>
              <a:t> </a:t>
            </a:r>
            <a:r>
              <a:rPr sz="2400" spc="65" dirty="0">
                <a:solidFill>
                  <a:srgbClr val="1B1B0F"/>
                </a:solidFill>
                <a:latin typeface="Trebuchet MS"/>
                <a:cs typeface="Trebuchet MS"/>
              </a:rPr>
              <a:t>of</a:t>
            </a:r>
            <a:r>
              <a:rPr sz="2400" spc="50" dirty="0">
                <a:solidFill>
                  <a:srgbClr val="1B1B0F"/>
                </a:solidFill>
                <a:latin typeface="Trebuchet MS"/>
                <a:cs typeface="Trebuchet MS"/>
              </a:rPr>
              <a:t> </a:t>
            </a:r>
            <a:r>
              <a:rPr sz="2400" spc="125" dirty="0">
                <a:solidFill>
                  <a:srgbClr val="1B1B0F"/>
                </a:solidFill>
                <a:latin typeface="Trebuchet MS"/>
                <a:cs typeface="Trebuchet MS"/>
              </a:rPr>
              <a:t>Video</a:t>
            </a:r>
            <a:r>
              <a:rPr sz="2400" spc="50" dirty="0">
                <a:solidFill>
                  <a:srgbClr val="1B1B0F"/>
                </a:solidFill>
                <a:latin typeface="Trebuchet MS"/>
                <a:cs typeface="Trebuchet MS"/>
              </a:rPr>
              <a:t> </a:t>
            </a:r>
            <a:r>
              <a:rPr sz="2400" spc="210" dirty="0">
                <a:solidFill>
                  <a:srgbClr val="1B1B0F"/>
                </a:solidFill>
                <a:latin typeface="Trebuchet MS"/>
                <a:cs typeface="Trebuchet MS"/>
              </a:rPr>
              <a:t>memory</a:t>
            </a:r>
            <a:r>
              <a:rPr sz="2400" spc="45" dirty="0">
                <a:solidFill>
                  <a:srgbClr val="1B1B0F"/>
                </a:solidFill>
                <a:latin typeface="Trebuchet MS"/>
                <a:cs typeface="Trebuchet MS"/>
              </a:rPr>
              <a:t> </a:t>
            </a:r>
            <a:r>
              <a:rPr sz="2400" spc="225" dirty="0">
                <a:solidFill>
                  <a:srgbClr val="1B1B0F"/>
                </a:solidFill>
                <a:latin typeface="Trebuchet MS"/>
                <a:cs typeface="Trebuchet MS"/>
              </a:rPr>
              <a:t>goes</a:t>
            </a:r>
            <a:r>
              <a:rPr sz="2400" spc="45" dirty="0">
                <a:solidFill>
                  <a:srgbClr val="1B1B0F"/>
                </a:solidFill>
                <a:latin typeface="Trebuchet MS"/>
                <a:cs typeface="Trebuchet MS"/>
              </a:rPr>
              <a:t> </a:t>
            </a:r>
            <a:r>
              <a:rPr sz="2400" spc="75" dirty="0">
                <a:solidFill>
                  <a:srgbClr val="1B1B0F"/>
                </a:solidFill>
                <a:latin typeface="Trebuchet MS"/>
                <a:cs typeface="Trebuchet MS"/>
              </a:rPr>
              <a:t>to</a:t>
            </a:r>
            <a:r>
              <a:rPr sz="2400" spc="40" dirty="0">
                <a:solidFill>
                  <a:srgbClr val="1B1B0F"/>
                </a:solidFill>
                <a:latin typeface="Trebuchet MS"/>
                <a:cs typeface="Trebuchet MS"/>
              </a:rPr>
              <a:t> </a:t>
            </a:r>
            <a:r>
              <a:rPr sz="2400" spc="120" dirty="0">
                <a:solidFill>
                  <a:srgbClr val="1B1B0F"/>
                </a:solidFill>
                <a:latin typeface="Trebuchet MS"/>
                <a:cs typeface="Trebuchet MS"/>
              </a:rPr>
              <a:t>Video </a:t>
            </a:r>
            <a:r>
              <a:rPr sz="2400" spc="70" dirty="0">
                <a:solidFill>
                  <a:srgbClr val="1B1B0F"/>
                </a:solidFill>
                <a:latin typeface="Trebuchet MS"/>
                <a:cs typeface="Trebuchet MS"/>
              </a:rPr>
              <a:t>Controller</a:t>
            </a:r>
            <a:endParaRPr sz="2400">
              <a:latin typeface="Trebuchet MS"/>
              <a:cs typeface="Trebuchet MS"/>
            </a:endParaRPr>
          </a:p>
          <a:p>
            <a:pPr marL="280035" marR="127635" indent="-267970">
              <a:lnSpc>
                <a:spcPct val="100000"/>
              </a:lnSpc>
              <a:spcBef>
                <a:spcPts val="2005"/>
              </a:spcBef>
              <a:buChar char="•"/>
              <a:tabLst>
                <a:tab pos="280035" algn="l"/>
              </a:tabLst>
            </a:pPr>
            <a:r>
              <a:rPr sz="2400" spc="204" dirty="0">
                <a:solidFill>
                  <a:srgbClr val="1B1B0F"/>
                </a:solidFill>
                <a:latin typeface="Trebuchet MS"/>
                <a:cs typeface="Trebuchet MS"/>
              </a:rPr>
              <a:t>Image</a:t>
            </a:r>
            <a:r>
              <a:rPr sz="2400" spc="50" dirty="0">
                <a:solidFill>
                  <a:srgbClr val="1B1B0F"/>
                </a:solidFill>
                <a:latin typeface="Trebuchet MS"/>
                <a:cs typeface="Trebuchet MS"/>
              </a:rPr>
              <a:t> </a:t>
            </a:r>
            <a:r>
              <a:rPr sz="2400" spc="140" dirty="0">
                <a:solidFill>
                  <a:srgbClr val="1B1B0F"/>
                </a:solidFill>
                <a:latin typeface="Trebuchet MS"/>
                <a:cs typeface="Trebuchet MS"/>
              </a:rPr>
              <a:t>generation</a:t>
            </a:r>
            <a:r>
              <a:rPr sz="2400" spc="55" dirty="0">
                <a:solidFill>
                  <a:srgbClr val="1B1B0F"/>
                </a:solidFill>
                <a:latin typeface="Trebuchet MS"/>
                <a:cs typeface="Trebuchet MS"/>
              </a:rPr>
              <a:t> </a:t>
            </a:r>
            <a:r>
              <a:rPr sz="2400" spc="120" dirty="0">
                <a:solidFill>
                  <a:srgbClr val="1B1B0F"/>
                </a:solidFill>
                <a:latin typeface="Trebuchet MS"/>
                <a:cs typeface="Trebuchet MS"/>
              </a:rPr>
              <a:t>is</a:t>
            </a:r>
            <a:r>
              <a:rPr sz="2400" spc="55" dirty="0">
                <a:solidFill>
                  <a:srgbClr val="1B1B0F"/>
                </a:solidFill>
                <a:latin typeface="Trebuchet MS"/>
                <a:cs typeface="Trebuchet MS"/>
              </a:rPr>
              <a:t> </a:t>
            </a:r>
            <a:r>
              <a:rPr sz="2400" spc="114" dirty="0">
                <a:solidFill>
                  <a:srgbClr val="1B1B0F"/>
                </a:solidFill>
                <a:latin typeface="Trebuchet MS"/>
                <a:cs typeface="Trebuchet MS"/>
              </a:rPr>
              <a:t>the</a:t>
            </a:r>
            <a:r>
              <a:rPr sz="2400" spc="60" dirty="0">
                <a:solidFill>
                  <a:srgbClr val="1B1B0F"/>
                </a:solidFill>
                <a:latin typeface="Trebuchet MS"/>
                <a:cs typeface="Trebuchet MS"/>
              </a:rPr>
              <a:t> </a:t>
            </a:r>
            <a:r>
              <a:rPr sz="2400" spc="130" dirty="0">
                <a:solidFill>
                  <a:srgbClr val="1B1B0F"/>
                </a:solidFill>
                <a:latin typeface="Trebuchet MS"/>
                <a:cs typeface="Trebuchet MS"/>
              </a:rPr>
              <a:t>multistage</a:t>
            </a:r>
            <a:r>
              <a:rPr sz="2400" spc="60" dirty="0">
                <a:solidFill>
                  <a:srgbClr val="1B1B0F"/>
                </a:solidFill>
                <a:latin typeface="Trebuchet MS"/>
                <a:cs typeface="Trebuchet MS"/>
              </a:rPr>
              <a:t> </a:t>
            </a:r>
            <a:r>
              <a:rPr sz="2400" spc="150" dirty="0">
                <a:solidFill>
                  <a:srgbClr val="1B1B0F"/>
                </a:solidFill>
                <a:latin typeface="Trebuchet MS"/>
                <a:cs typeface="Trebuchet MS"/>
              </a:rPr>
              <a:t>process </a:t>
            </a:r>
            <a:r>
              <a:rPr sz="2400" spc="110" dirty="0">
                <a:solidFill>
                  <a:srgbClr val="1B1B0F"/>
                </a:solidFill>
                <a:latin typeface="Trebuchet MS"/>
                <a:cs typeface="Trebuchet MS"/>
              </a:rPr>
              <a:t>requires</a:t>
            </a:r>
            <a:r>
              <a:rPr sz="2400" spc="50" dirty="0">
                <a:solidFill>
                  <a:srgbClr val="1B1B0F"/>
                </a:solidFill>
                <a:latin typeface="Trebuchet MS"/>
                <a:cs typeface="Trebuchet MS"/>
              </a:rPr>
              <a:t> </a:t>
            </a:r>
            <a:r>
              <a:rPr sz="2400" spc="90" dirty="0">
                <a:solidFill>
                  <a:srgbClr val="1B1B0F"/>
                </a:solidFill>
                <a:latin typeface="Trebuchet MS"/>
                <a:cs typeface="Trebuchet MS"/>
              </a:rPr>
              <a:t>multiple</a:t>
            </a:r>
            <a:r>
              <a:rPr sz="2400" spc="50" dirty="0">
                <a:solidFill>
                  <a:srgbClr val="1B1B0F"/>
                </a:solidFill>
                <a:latin typeface="Trebuchet MS"/>
                <a:cs typeface="Trebuchet MS"/>
              </a:rPr>
              <a:t> </a:t>
            </a:r>
            <a:r>
              <a:rPr sz="2400" spc="114" dirty="0">
                <a:solidFill>
                  <a:srgbClr val="1B1B0F"/>
                </a:solidFill>
                <a:latin typeface="Trebuchet MS"/>
                <a:cs typeface="Trebuchet MS"/>
              </a:rPr>
              <a:t>computations.</a:t>
            </a:r>
            <a:endParaRPr sz="2400">
              <a:latin typeface="Trebuchet MS"/>
              <a:cs typeface="Trebuchet MS"/>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Display</a:t>
            </a:r>
            <a:r>
              <a:rPr spc="-85" dirty="0"/>
              <a:t> </a:t>
            </a:r>
            <a:r>
              <a:rPr spc="-10" dirty="0"/>
              <a:t>Controller</a:t>
            </a:r>
          </a:p>
        </p:txBody>
      </p:sp>
      <p:sp>
        <p:nvSpPr>
          <p:cNvPr id="3" name="object 3"/>
          <p:cNvSpPr txBox="1"/>
          <p:nvPr/>
        </p:nvSpPr>
        <p:spPr>
          <a:xfrm>
            <a:off x="870026" y="2389949"/>
            <a:ext cx="7160895" cy="4333875"/>
          </a:xfrm>
          <a:prstGeom prst="rect">
            <a:avLst/>
          </a:prstGeom>
        </p:spPr>
        <p:txBody>
          <a:bodyPr vert="horz" wrap="square" lIns="0" tIns="12700" rIns="0" bIns="0" rtlCol="0">
            <a:spAutoFit/>
          </a:bodyPr>
          <a:lstStyle/>
          <a:p>
            <a:pPr marL="280035" marR="298450" indent="-267970">
              <a:lnSpc>
                <a:spcPct val="100000"/>
              </a:lnSpc>
              <a:spcBef>
                <a:spcPts val="100"/>
              </a:spcBef>
              <a:buChar char="•"/>
              <a:tabLst>
                <a:tab pos="280035" algn="l"/>
              </a:tabLst>
            </a:pPr>
            <a:r>
              <a:rPr sz="2400" dirty="0">
                <a:solidFill>
                  <a:srgbClr val="1B1B0F"/>
                </a:solidFill>
                <a:latin typeface="Trebuchet MS"/>
                <a:cs typeface="Trebuchet MS"/>
              </a:rPr>
              <a:t>If</a:t>
            </a:r>
            <a:r>
              <a:rPr sz="2400" spc="40" dirty="0">
                <a:solidFill>
                  <a:srgbClr val="1B1B0F"/>
                </a:solidFill>
                <a:latin typeface="Trebuchet MS"/>
                <a:cs typeface="Trebuchet MS"/>
              </a:rPr>
              <a:t> </a:t>
            </a:r>
            <a:r>
              <a:rPr sz="2400" spc="195" dirty="0">
                <a:solidFill>
                  <a:srgbClr val="1B1B0F"/>
                </a:solidFill>
                <a:latin typeface="Trebuchet MS"/>
                <a:cs typeface="Trebuchet MS"/>
              </a:rPr>
              <a:t>image</a:t>
            </a:r>
            <a:r>
              <a:rPr sz="2400" spc="45" dirty="0">
                <a:solidFill>
                  <a:srgbClr val="1B1B0F"/>
                </a:solidFill>
                <a:latin typeface="Trebuchet MS"/>
                <a:cs typeface="Trebuchet MS"/>
              </a:rPr>
              <a:t> </a:t>
            </a:r>
            <a:r>
              <a:rPr sz="2400" spc="135" dirty="0">
                <a:solidFill>
                  <a:srgbClr val="1B1B0F"/>
                </a:solidFill>
                <a:latin typeface="Trebuchet MS"/>
                <a:cs typeface="Trebuchet MS"/>
              </a:rPr>
              <a:t>generation</a:t>
            </a:r>
            <a:r>
              <a:rPr sz="2400" spc="55" dirty="0">
                <a:solidFill>
                  <a:srgbClr val="1B1B0F"/>
                </a:solidFill>
                <a:latin typeface="Trebuchet MS"/>
                <a:cs typeface="Trebuchet MS"/>
              </a:rPr>
              <a:t> </a:t>
            </a:r>
            <a:r>
              <a:rPr sz="2400" spc="120" dirty="0">
                <a:solidFill>
                  <a:srgbClr val="1B1B0F"/>
                </a:solidFill>
                <a:latin typeface="Trebuchet MS"/>
                <a:cs typeface="Trebuchet MS"/>
              </a:rPr>
              <a:t>is</a:t>
            </a:r>
            <a:r>
              <a:rPr sz="2400" spc="50" dirty="0">
                <a:solidFill>
                  <a:srgbClr val="1B1B0F"/>
                </a:solidFill>
                <a:latin typeface="Trebuchet MS"/>
                <a:cs typeface="Trebuchet MS"/>
              </a:rPr>
              <a:t> </a:t>
            </a:r>
            <a:r>
              <a:rPr sz="2400" spc="175" dirty="0">
                <a:solidFill>
                  <a:srgbClr val="1B1B0F"/>
                </a:solidFill>
                <a:latin typeface="Trebuchet MS"/>
                <a:cs typeface="Trebuchet MS"/>
              </a:rPr>
              <a:t>done</a:t>
            </a:r>
            <a:r>
              <a:rPr sz="2400" spc="60" dirty="0">
                <a:solidFill>
                  <a:srgbClr val="1B1B0F"/>
                </a:solidFill>
                <a:latin typeface="Trebuchet MS"/>
                <a:cs typeface="Trebuchet MS"/>
              </a:rPr>
              <a:t> </a:t>
            </a:r>
            <a:r>
              <a:rPr sz="2400" spc="195" dirty="0">
                <a:solidFill>
                  <a:srgbClr val="1B1B0F"/>
                </a:solidFill>
                <a:latin typeface="Trebuchet MS"/>
                <a:cs typeface="Trebuchet MS"/>
              </a:rPr>
              <a:t>by</a:t>
            </a:r>
            <a:r>
              <a:rPr sz="2400" spc="45" dirty="0">
                <a:solidFill>
                  <a:srgbClr val="1B1B0F"/>
                </a:solidFill>
                <a:latin typeface="Trebuchet MS"/>
                <a:cs typeface="Trebuchet MS"/>
              </a:rPr>
              <a:t> </a:t>
            </a:r>
            <a:r>
              <a:rPr sz="2400" spc="175" dirty="0">
                <a:solidFill>
                  <a:srgbClr val="1B1B0F"/>
                </a:solidFill>
                <a:latin typeface="Trebuchet MS"/>
                <a:cs typeface="Trebuchet MS"/>
              </a:rPr>
              <a:t>CPU</a:t>
            </a:r>
            <a:r>
              <a:rPr sz="2400" spc="45" dirty="0">
                <a:solidFill>
                  <a:srgbClr val="1B1B0F"/>
                </a:solidFill>
                <a:latin typeface="Trebuchet MS"/>
                <a:cs typeface="Trebuchet MS"/>
              </a:rPr>
              <a:t> </a:t>
            </a:r>
            <a:r>
              <a:rPr sz="2400" spc="75" dirty="0">
                <a:solidFill>
                  <a:srgbClr val="1B1B0F"/>
                </a:solidFill>
                <a:latin typeface="Trebuchet MS"/>
                <a:cs typeface="Trebuchet MS"/>
              </a:rPr>
              <a:t>then,</a:t>
            </a:r>
            <a:r>
              <a:rPr sz="2400" spc="55" dirty="0">
                <a:solidFill>
                  <a:srgbClr val="1B1B0F"/>
                </a:solidFill>
                <a:latin typeface="Trebuchet MS"/>
                <a:cs typeface="Trebuchet MS"/>
              </a:rPr>
              <a:t> </a:t>
            </a:r>
            <a:r>
              <a:rPr sz="2400" spc="-25" dirty="0">
                <a:solidFill>
                  <a:srgbClr val="1B1B0F"/>
                </a:solidFill>
                <a:latin typeface="Trebuchet MS"/>
                <a:cs typeface="Trebuchet MS"/>
              </a:rPr>
              <a:t>it </a:t>
            </a:r>
            <a:r>
              <a:rPr sz="2400" dirty="0">
                <a:solidFill>
                  <a:srgbClr val="1B1B0F"/>
                </a:solidFill>
                <a:latin typeface="Trebuchet MS"/>
                <a:cs typeface="Trebuchet MS"/>
              </a:rPr>
              <a:t>will</a:t>
            </a:r>
            <a:r>
              <a:rPr sz="2400" spc="60" dirty="0">
                <a:solidFill>
                  <a:srgbClr val="1B1B0F"/>
                </a:solidFill>
                <a:latin typeface="Trebuchet MS"/>
                <a:cs typeface="Trebuchet MS"/>
              </a:rPr>
              <a:t> </a:t>
            </a:r>
            <a:r>
              <a:rPr sz="2400" spc="114" dirty="0">
                <a:solidFill>
                  <a:srgbClr val="1B1B0F"/>
                </a:solidFill>
                <a:latin typeface="Trebuchet MS"/>
                <a:cs typeface="Trebuchet MS"/>
              </a:rPr>
              <a:t>not</a:t>
            </a:r>
            <a:r>
              <a:rPr sz="2400" spc="50" dirty="0">
                <a:solidFill>
                  <a:srgbClr val="1B1B0F"/>
                </a:solidFill>
                <a:latin typeface="Trebuchet MS"/>
                <a:cs typeface="Trebuchet MS"/>
              </a:rPr>
              <a:t> </a:t>
            </a:r>
            <a:r>
              <a:rPr sz="2400" spc="200" dirty="0">
                <a:solidFill>
                  <a:srgbClr val="1B1B0F"/>
                </a:solidFill>
                <a:latin typeface="Trebuchet MS"/>
                <a:cs typeface="Trebuchet MS"/>
              </a:rPr>
              <a:t>have</a:t>
            </a:r>
            <a:r>
              <a:rPr sz="2400" spc="55" dirty="0">
                <a:solidFill>
                  <a:srgbClr val="1B1B0F"/>
                </a:solidFill>
                <a:latin typeface="Trebuchet MS"/>
                <a:cs typeface="Trebuchet MS"/>
              </a:rPr>
              <a:t> </a:t>
            </a:r>
            <a:r>
              <a:rPr sz="2400" spc="110" dirty="0">
                <a:solidFill>
                  <a:srgbClr val="1B1B0F"/>
                </a:solidFill>
                <a:latin typeface="Trebuchet MS"/>
                <a:cs typeface="Trebuchet MS"/>
              </a:rPr>
              <a:t>time</a:t>
            </a:r>
            <a:r>
              <a:rPr sz="2400" spc="55" dirty="0">
                <a:solidFill>
                  <a:srgbClr val="1B1B0F"/>
                </a:solidFill>
                <a:latin typeface="Trebuchet MS"/>
                <a:cs typeface="Trebuchet MS"/>
              </a:rPr>
              <a:t> for </a:t>
            </a:r>
            <a:r>
              <a:rPr sz="2400" spc="130" dirty="0">
                <a:solidFill>
                  <a:srgbClr val="1B1B0F"/>
                </a:solidFill>
                <a:latin typeface="Trebuchet MS"/>
                <a:cs typeface="Trebuchet MS"/>
              </a:rPr>
              <a:t>performing</a:t>
            </a:r>
            <a:r>
              <a:rPr sz="2400" spc="60" dirty="0">
                <a:solidFill>
                  <a:srgbClr val="1B1B0F"/>
                </a:solidFill>
                <a:latin typeface="Trebuchet MS"/>
                <a:cs typeface="Trebuchet MS"/>
              </a:rPr>
              <a:t> </a:t>
            </a:r>
            <a:r>
              <a:rPr sz="2400" spc="100" dirty="0">
                <a:solidFill>
                  <a:srgbClr val="1B1B0F"/>
                </a:solidFill>
                <a:latin typeface="Trebuchet MS"/>
                <a:cs typeface="Trebuchet MS"/>
              </a:rPr>
              <a:t>other </a:t>
            </a:r>
            <a:r>
              <a:rPr sz="2400" spc="85" dirty="0">
                <a:solidFill>
                  <a:srgbClr val="1B1B0F"/>
                </a:solidFill>
                <a:latin typeface="Trebuchet MS"/>
                <a:cs typeface="Trebuchet MS"/>
              </a:rPr>
              <a:t>actions.</a:t>
            </a:r>
            <a:endParaRPr sz="2400">
              <a:latin typeface="Trebuchet MS"/>
              <a:cs typeface="Trebuchet MS"/>
            </a:endParaRPr>
          </a:p>
          <a:p>
            <a:pPr marL="280035" marR="5080" indent="-267970">
              <a:lnSpc>
                <a:spcPct val="100000"/>
              </a:lnSpc>
              <a:spcBef>
                <a:spcPts val="2000"/>
              </a:spcBef>
              <a:buChar char="•"/>
              <a:tabLst>
                <a:tab pos="280035" algn="l"/>
              </a:tabLst>
            </a:pPr>
            <a:r>
              <a:rPr sz="2400" spc="114" dirty="0">
                <a:solidFill>
                  <a:srgbClr val="1B1B0F"/>
                </a:solidFill>
                <a:latin typeface="Trebuchet MS"/>
                <a:cs typeface="Trebuchet MS"/>
              </a:rPr>
              <a:t>Thus,</a:t>
            </a:r>
            <a:r>
              <a:rPr sz="2400" spc="45" dirty="0">
                <a:solidFill>
                  <a:srgbClr val="1B1B0F"/>
                </a:solidFill>
                <a:latin typeface="Trebuchet MS"/>
                <a:cs typeface="Trebuchet MS"/>
              </a:rPr>
              <a:t> </a:t>
            </a:r>
            <a:r>
              <a:rPr sz="2400" spc="135" dirty="0">
                <a:solidFill>
                  <a:srgbClr val="1B1B0F"/>
                </a:solidFill>
                <a:latin typeface="Trebuchet MS"/>
                <a:cs typeface="Trebuchet MS"/>
              </a:rPr>
              <a:t>rendering</a:t>
            </a:r>
            <a:r>
              <a:rPr sz="2400" spc="45" dirty="0">
                <a:solidFill>
                  <a:srgbClr val="1B1B0F"/>
                </a:solidFill>
                <a:latin typeface="Trebuchet MS"/>
                <a:cs typeface="Trebuchet MS"/>
              </a:rPr>
              <a:t> </a:t>
            </a:r>
            <a:r>
              <a:rPr sz="2400" spc="110" dirty="0">
                <a:solidFill>
                  <a:srgbClr val="1B1B0F"/>
                </a:solidFill>
                <a:latin typeface="Trebuchet MS"/>
                <a:cs typeface="Trebuchet MS"/>
              </a:rPr>
              <a:t>or</a:t>
            </a:r>
            <a:r>
              <a:rPr sz="2400" spc="40" dirty="0">
                <a:solidFill>
                  <a:srgbClr val="1B1B0F"/>
                </a:solidFill>
                <a:latin typeface="Trebuchet MS"/>
                <a:cs typeface="Trebuchet MS"/>
              </a:rPr>
              <a:t> </a:t>
            </a:r>
            <a:r>
              <a:rPr sz="2400" spc="145" dirty="0">
                <a:solidFill>
                  <a:srgbClr val="1B1B0F"/>
                </a:solidFill>
                <a:latin typeface="Trebuchet MS"/>
                <a:cs typeface="Trebuchet MS"/>
              </a:rPr>
              <a:t>displaying</a:t>
            </a:r>
            <a:r>
              <a:rPr sz="2400" spc="60" dirty="0">
                <a:solidFill>
                  <a:srgbClr val="1B1B0F"/>
                </a:solidFill>
                <a:latin typeface="Trebuchet MS"/>
                <a:cs typeface="Trebuchet MS"/>
              </a:rPr>
              <a:t> </a:t>
            </a:r>
            <a:r>
              <a:rPr sz="2400" spc="204" dirty="0">
                <a:solidFill>
                  <a:srgbClr val="1B1B0F"/>
                </a:solidFill>
                <a:latin typeface="Trebuchet MS"/>
                <a:cs typeface="Trebuchet MS"/>
              </a:rPr>
              <a:t>images</a:t>
            </a:r>
            <a:r>
              <a:rPr sz="2400" spc="45" dirty="0">
                <a:solidFill>
                  <a:srgbClr val="1B1B0F"/>
                </a:solidFill>
                <a:latin typeface="Trebuchet MS"/>
                <a:cs typeface="Trebuchet MS"/>
              </a:rPr>
              <a:t> </a:t>
            </a:r>
            <a:r>
              <a:rPr sz="2400" spc="120" dirty="0">
                <a:solidFill>
                  <a:srgbClr val="1B1B0F"/>
                </a:solidFill>
                <a:latin typeface="Trebuchet MS"/>
                <a:cs typeface="Trebuchet MS"/>
              </a:rPr>
              <a:t>is</a:t>
            </a:r>
            <a:r>
              <a:rPr sz="2400" spc="45" dirty="0">
                <a:solidFill>
                  <a:srgbClr val="1B1B0F"/>
                </a:solidFill>
                <a:latin typeface="Trebuchet MS"/>
                <a:cs typeface="Trebuchet MS"/>
              </a:rPr>
              <a:t> </a:t>
            </a:r>
            <a:r>
              <a:rPr sz="2400" spc="155" dirty="0">
                <a:solidFill>
                  <a:srgbClr val="1B1B0F"/>
                </a:solidFill>
                <a:latin typeface="Trebuchet MS"/>
                <a:cs typeface="Trebuchet MS"/>
              </a:rPr>
              <a:t>done </a:t>
            </a:r>
            <a:r>
              <a:rPr sz="2400" spc="195" dirty="0">
                <a:solidFill>
                  <a:srgbClr val="1B1B0F"/>
                </a:solidFill>
                <a:latin typeface="Trebuchet MS"/>
                <a:cs typeface="Trebuchet MS"/>
              </a:rPr>
              <a:t>by</a:t>
            </a:r>
            <a:r>
              <a:rPr sz="2400" spc="50" dirty="0">
                <a:solidFill>
                  <a:srgbClr val="1B1B0F"/>
                </a:solidFill>
                <a:latin typeface="Trebuchet MS"/>
                <a:cs typeface="Trebuchet MS"/>
              </a:rPr>
              <a:t> </a:t>
            </a:r>
            <a:r>
              <a:rPr sz="2400" spc="120" dirty="0">
                <a:solidFill>
                  <a:srgbClr val="1B1B0F"/>
                </a:solidFill>
                <a:latin typeface="Trebuchet MS"/>
                <a:cs typeface="Trebuchet MS"/>
              </a:rPr>
              <a:t>dedicated</a:t>
            </a:r>
            <a:r>
              <a:rPr sz="2400" spc="55" dirty="0">
                <a:solidFill>
                  <a:srgbClr val="1B1B0F"/>
                </a:solidFill>
                <a:latin typeface="Trebuchet MS"/>
                <a:cs typeface="Trebuchet MS"/>
              </a:rPr>
              <a:t> </a:t>
            </a:r>
            <a:r>
              <a:rPr sz="2400" spc="135" dirty="0">
                <a:solidFill>
                  <a:srgbClr val="1B1B0F"/>
                </a:solidFill>
                <a:latin typeface="Trebuchet MS"/>
                <a:cs typeface="Trebuchet MS"/>
              </a:rPr>
              <a:t>hardware</a:t>
            </a:r>
            <a:r>
              <a:rPr sz="2400" spc="65" dirty="0">
                <a:solidFill>
                  <a:srgbClr val="1B1B0F"/>
                </a:solidFill>
                <a:latin typeface="Trebuchet MS"/>
                <a:cs typeface="Trebuchet MS"/>
              </a:rPr>
              <a:t> </a:t>
            </a:r>
            <a:r>
              <a:rPr sz="2400" spc="90" dirty="0">
                <a:solidFill>
                  <a:srgbClr val="1B1B0F"/>
                </a:solidFill>
                <a:latin typeface="Trebuchet MS"/>
                <a:cs typeface="Trebuchet MS"/>
              </a:rPr>
              <a:t>called</a:t>
            </a:r>
            <a:r>
              <a:rPr sz="2400" spc="65" dirty="0">
                <a:solidFill>
                  <a:srgbClr val="1B1B0F"/>
                </a:solidFill>
                <a:latin typeface="Trebuchet MS"/>
                <a:cs typeface="Trebuchet MS"/>
              </a:rPr>
              <a:t> </a:t>
            </a:r>
            <a:r>
              <a:rPr sz="2400" spc="155" dirty="0">
                <a:solidFill>
                  <a:srgbClr val="1B1B0F"/>
                </a:solidFill>
                <a:latin typeface="Trebuchet MS"/>
                <a:cs typeface="Trebuchet MS"/>
              </a:rPr>
              <a:t>graphics</a:t>
            </a:r>
            <a:r>
              <a:rPr sz="2400" spc="60" dirty="0">
                <a:solidFill>
                  <a:srgbClr val="1B1B0F"/>
                </a:solidFill>
                <a:latin typeface="Trebuchet MS"/>
                <a:cs typeface="Trebuchet MS"/>
              </a:rPr>
              <a:t> card.</a:t>
            </a:r>
            <a:endParaRPr sz="2400">
              <a:latin typeface="Trebuchet MS"/>
              <a:cs typeface="Trebuchet MS"/>
            </a:endParaRPr>
          </a:p>
          <a:p>
            <a:pPr marL="280035" indent="-267335">
              <a:lnSpc>
                <a:spcPct val="100000"/>
              </a:lnSpc>
              <a:spcBef>
                <a:spcPts val="2000"/>
              </a:spcBef>
              <a:buChar char="•"/>
              <a:tabLst>
                <a:tab pos="280035" algn="l"/>
              </a:tabLst>
            </a:pPr>
            <a:r>
              <a:rPr sz="2400" dirty="0">
                <a:solidFill>
                  <a:srgbClr val="1B1B0F"/>
                </a:solidFill>
                <a:latin typeface="Trebuchet MS"/>
                <a:cs typeface="Trebuchet MS"/>
              </a:rPr>
              <a:t>It</a:t>
            </a:r>
            <a:r>
              <a:rPr sz="2400" spc="50" dirty="0">
                <a:solidFill>
                  <a:srgbClr val="1B1B0F"/>
                </a:solidFill>
                <a:latin typeface="Trebuchet MS"/>
                <a:cs typeface="Trebuchet MS"/>
              </a:rPr>
              <a:t> </a:t>
            </a:r>
            <a:r>
              <a:rPr sz="2400" dirty="0">
                <a:solidFill>
                  <a:srgbClr val="1B1B0F"/>
                </a:solidFill>
                <a:latin typeface="Trebuchet MS"/>
                <a:cs typeface="Trebuchet MS"/>
              </a:rPr>
              <a:t>will</a:t>
            </a:r>
            <a:r>
              <a:rPr sz="2400" spc="70" dirty="0">
                <a:solidFill>
                  <a:srgbClr val="1B1B0F"/>
                </a:solidFill>
                <a:latin typeface="Trebuchet MS"/>
                <a:cs typeface="Trebuchet MS"/>
              </a:rPr>
              <a:t> </a:t>
            </a:r>
            <a:r>
              <a:rPr sz="2400" spc="195" dirty="0">
                <a:solidFill>
                  <a:srgbClr val="1B1B0F"/>
                </a:solidFill>
                <a:latin typeface="Trebuchet MS"/>
                <a:cs typeface="Trebuchet MS"/>
              </a:rPr>
              <a:t>have</a:t>
            </a:r>
            <a:r>
              <a:rPr sz="2400" spc="55" dirty="0">
                <a:solidFill>
                  <a:srgbClr val="1B1B0F"/>
                </a:solidFill>
                <a:latin typeface="Trebuchet MS"/>
                <a:cs typeface="Trebuchet MS"/>
              </a:rPr>
              <a:t> </a:t>
            </a:r>
            <a:r>
              <a:rPr sz="2400" spc="70" dirty="0">
                <a:solidFill>
                  <a:srgbClr val="1B1B0F"/>
                </a:solidFill>
                <a:latin typeface="Trebuchet MS"/>
                <a:cs typeface="Trebuchet MS"/>
              </a:rPr>
              <a:t>its</a:t>
            </a:r>
            <a:r>
              <a:rPr sz="2400" spc="60" dirty="0">
                <a:solidFill>
                  <a:srgbClr val="1B1B0F"/>
                </a:solidFill>
                <a:latin typeface="Trebuchet MS"/>
                <a:cs typeface="Trebuchet MS"/>
              </a:rPr>
              <a:t> </a:t>
            </a:r>
            <a:r>
              <a:rPr sz="2400" spc="180" dirty="0">
                <a:solidFill>
                  <a:srgbClr val="1B1B0F"/>
                </a:solidFill>
                <a:latin typeface="Trebuchet MS"/>
                <a:cs typeface="Trebuchet MS"/>
              </a:rPr>
              <a:t>own</a:t>
            </a:r>
            <a:r>
              <a:rPr sz="2400" spc="60" dirty="0">
                <a:solidFill>
                  <a:srgbClr val="1B1B0F"/>
                </a:solidFill>
                <a:latin typeface="Trebuchet MS"/>
                <a:cs typeface="Trebuchet MS"/>
              </a:rPr>
              <a:t> </a:t>
            </a:r>
            <a:r>
              <a:rPr sz="2400" spc="160" dirty="0">
                <a:solidFill>
                  <a:srgbClr val="1B1B0F"/>
                </a:solidFill>
                <a:latin typeface="Trebuchet MS"/>
                <a:cs typeface="Trebuchet MS"/>
              </a:rPr>
              <a:t>processing</a:t>
            </a:r>
            <a:r>
              <a:rPr sz="2400" spc="65" dirty="0">
                <a:solidFill>
                  <a:srgbClr val="1B1B0F"/>
                </a:solidFill>
                <a:latin typeface="Trebuchet MS"/>
                <a:cs typeface="Trebuchet MS"/>
              </a:rPr>
              <a:t> </a:t>
            </a:r>
            <a:r>
              <a:rPr sz="2400" spc="-10" dirty="0">
                <a:solidFill>
                  <a:srgbClr val="1B1B0F"/>
                </a:solidFill>
                <a:latin typeface="Trebuchet MS"/>
                <a:cs typeface="Trebuchet MS"/>
              </a:rPr>
              <a:t>unit.</a:t>
            </a:r>
            <a:endParaRPr sz="2400">
              <a:latin typeface="Trebuchet MS"/>
              <a:cs typeface="Trebuchet MS"/>
            </a:endParaRPr>
          </a:p>
          <a:p>
            <a:pPr marL="280035" indent="-267335">
              <a:lnSpc>
                <a:spcPct val="100000"/>
              </a:lnSpc>
              <a:spcBef>
                <a:spcPts val="2000"/>
              </a:spcBef>
              <a:buChar char="•"/>
              <a:tabLst>
                <a:tab pos="280035" algn="l"/>
              </a:tabLst>
            </a:pPr>
            <a:r>
              <a:rPr sz="2400" spc="95" dirty="0">
                <a:solidFill>
                  <a:srgbClr val="1B1B0F"/>
                </a:solidFill>
                <a:latin typeface="Trebuchet MS"/>
                <a:cs typeface="Trebuchet MS"/>
              </a:rPr>
              <a:t>Its</a:t>
            </a:r>
            <a:r>
              <a:rPr sz="2400" spc="50" dirty="0">
                <a:solidFill>
                  <a:srgbClr val="1B1B0F"/>
                </a:solidFill>
                <a:latin typeface="Trebuchet MS"/>
                <a:cs typeface="Trebuchet MS"/>
              </a:rPr>
              <a:t> </a:t>
            </a:r>
            <a:r>
              <a:rPr sz="2400" spc="135" dirty="0">
                <a:solidFill>
                  <a:srgbClr val="1B1B0F"/>
                </a:solidFill>
                <a:latin typeface="Trebuchet MS"/>
                <a:cs typeface="Trebuchet MS"/>
              </a:rPr>
              <a:t>generic</a:t>
            </a:r>
            <a:r>
              <a:rPr sz="2400" spc="50" dirty="0">
                <a:solidFill>
                  <a:srgbClr val="1B1B0F"/>
                </a:solidFill>
                <a:latin typeface="Trebuchet MS"/>
                <a:cs typeface="Trebuchet MS"/>
              </a:rPr>
              <a:t> </a:t>
            </a:r>
            <a:r>
              <a:rPr sz="2400" spc="225" dirty="0">
                <a:solidFill>
                  <a:srgbClr val="1B1B0F"/>
                </a:solidFill>
                <a:latin typeface="Trebuchet MS"/>
                <a:cs typeface="Trebuchet MS"/>
              </a:rPr>
              <a:t>name</a:t>
            </a:r>
            <a:r>
              <a:rPr sz="2400" spc="45" dirty="0">
                <a:solidFill>
                  <a:srgbClr val="1B1B0F"/>
                </a:solidFill>
                <a:latin typeface="Trebuchet MS"/>
                <a:cs typeface="Trebuchet MS"/>
              </a:rPr>
              <a:t> </a:t>
            </a:r>
            <a:r>
              <a:rPr sz="2400" spc="125" dirty="0">
                <a:solidFill>
                  <a:srgbClr val="1B1B0F"/>
                </a:solidFill>
                <a:latin typeface="Trebuchet MS"/>
                <a:cs typeface="Trebuchet MS"/>
              </a:rPr>
              <a:t>is</a:t>
            </a:r>
            <a:r>
              <a:rPr sz="2400" spc="45" dirty="0">
                <a:solidFill>
                  <a:srgbClr val="1B1B0F"/>
                </a:solidFill>
                <a:latin typeface="Trebuchet MS"/>
                <a:cs typeface="Trebuchet MS"/>
              </a:rPr>
              <a:t> </a:t>
            </a:r>
            <a:r>
              <a:rPr sz="2400" spc="135" dirty="0">
                <a:solidFill>
                  <a:srgbClr val="1B1B0F"/>
                </a:solidFill>
                <a:latin typeface="Trebuchet MS"/>
                <a:cs typeface="Trebuchet MS"/>
              </a:rPr>
              <a:t>display</a:t>
            </a:r>
            <a:r>
              <a:rPr sz="2400" spc="40" dirty="0">
                <a:solidFill>
                  <a:srgbClr val="1B1B0F"/>
                </a:solidFill>
                <a:latin typeface="Trebuchet MS"/>
                <a:cs typeface="Trebuchet MS"/>
              </a:rPr>
              <a:t> </a:t>
            </a:r>
            <a:r>
              <a:rPr sz="2400" spc="-10" dirty="0">
                <a:solidFill>
                  <a:srgbClr val="1B1B0F"/>
                </a:solidFill>
                <a:latin typeface="Trebuchet MS"/>
                <a:cs typeface="Trebuchet MS"/>
              </a:rPr>
              <a:t>controller.</a:t>
            </a:r>
            <a:endParaRPr sz="2400">
              <a:latin typeface="Trebuchet MS"/>
              <a:cs typeface="Trebuchet MS"/>
            </a:endParaRPr>
          </a:p>
          <a:p>
            <a:pPr marL="280035" marR="1124585" indent="-267970">
              <a:lnSpc>
                <a:spcPct val="100000"/>
              </a:lnSpc>
              <a:spcBef>
                <a:spcPts val="2000"/>
              </a:spcBef>
              <a:buChar char="•"/>
              <a:tabLst>
                <a:tab pos="280035" algn="l"/>
              </a:tabLst>
            </a:pPr>
            <a:r>
              <a:rPr sz="2400" spc="170" dirty="0">
                <a:solidFill>
                  <a:srgbClr val="1B1B0F"/>
                </a:solidFill>
                <a:latin typeface="Trebuchet MS"/>
                <a:cs typeface="Trebuchet MS"/>
              </a:rPr>
              <a:t>CPU</a:t>
            </a:r>
            <a:r>
              <a:rPr sz="2400" spc="45" dirty="0">
                <a:solidFill>
                  <a:srgbClr val="1B1B0F"/>
                </a:solidFill>
                <a:latin typeface="Trebuchet MS"/>
                <a:cs typeface="Trebuchet MS"/>
              </a:rPr>
              <a:t> </a:t>
            </a:r>
            <a:r>
              <a:rPr sz="2400" spc="215" dirty="0">
                <a:solidFill>
                  <a:srgbClr val="1B1B0F"/>
                </a:solidFill>
                <a:latin typeface="Trebuchet MS"/>
                <a:cs typeface="Trebuchet MS"/>
              </a:rPr>
              <a:t>assigns</a:t>
            </a:r>
            <a:r>
              <a:rPr sz="2400" spc="50" dirty="0">
                <a:solidFill>
                  <a:srgbClr val="1B1B0F"/>
                </a:solidFill>
                <a:latin typeface="Trebuchet MS"/>
                <a:cs typeface="Trebuchet MS"/>
              </a:rPr>
              <a:t> </a:t>
            </a:r>
            <a:r>
              <a:rPr sz="2400" spc="130" dirty="0">
                <a:solidFill>
                  <a:srgbClr val="1B1B0F"/>
                </a:solidFill>
                <a:latin typeface="Trebuchet MS"/>
                <a:cs typeface="Trebuchet MS"/>
              </a:rPr>
              <a:t>rendering</a:t>
            </a:r>
            <a:r>
              <a:rPr sz="2400" spc="65" dirty="0">
                <a:solidFill>
                  <a:srgbClr val="1B1B0F"/>
                </a:solidFill>
                <a:latin typeface="Trebuchet MS"/>
                <a:cs typeface="Trebuchet MS"/>
              </a:rPr>
              <a:t> </a:t>
            </a:r>
            <a:r>
              <a:rPr sz="2400" spc="150" dirty="0">
                <a:solidFill>
                  <a:srgbClr val="1B1B0F"/>
                </a:solidFill>
                <a:latin typeface="Trebuchet MS"/>
                <a:cs typeface="Trebuchet MS"/>
              </a:rPr>
              <a:t>task</a:t>
            </a:r>
            <a:r>
              <a:rPr sz="2400" spc="55" dirty="0">
                <a:solidFill>
                  <a:srgbClr val="1B1B0F"/>
                </a:solidFill>
                <a:latin typeface="Trebuchet MS"/>
                <a:cs typeface="Trebuchet MS"/>
              </a:rPr>
              <a:t> </a:t>
            </a:r>
            <a:r>
              <a:rPr sz="2400" spc="75" dirty="0">
                <a:solidFill>
                  <a:srgbClr val="1B1B0F"/>
                </a:solidFill>
                <a:latin typeface="Trebuchet MS"/>
                <a:cs typeface="Trebuchet MS"/>
              </a:rPr>
              <a:t>to</a:t>
            </a:r>
            <a:r>
              <a:rPr sz="2400" spc="45" dirty="0">
                <a:solidFill>
                  <a:srgbClr val="1B1B0F"/>
                </a:solidFill>
                <a:latin typeface="Trebuchet MS"/>
                <a:cs typeface="Trebuchet MS"/>
              </a:rPr>
              <a:t> </a:t>
            </a:r>
            <a:r>
              <a:rPr sz="2400" spc="125" dirty="0">
                <a:solidFill>
                  <a:srgbClr val="1B1B0F"/>
                </a:solidFill>
                <a:latin typeface="Trebuchet MS"/>
                <a:cs typeface="Trebuchet MS"/>
              </a:rPr>
              <a:t>display </a:t>
            </a:r>
            <a:r>
              <a:rPr sz="2400" spc="-10" dirty="0">
                <a:solidFill>
                  <a:srgbClr val="1B1B0F"/>
                </a:solidFill>
                <a:latin typeface="Trebuchet MS"/>
                <a:cs typeface="Trebuchet MS"/>
              </a:rPr>
              <a:t>controller.</a:t>
            </a:r>
            <a:endParaRPr sz="2400">
              <a:latin typeface="Trebuchet MS"/>
              <a:cs typeface="Trebuchet MS"/>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Display</a:t>
            </a:r>
            <a:r>
              <a:rPr spc="-85" dirty="0"/>
              <a:t> </a:t>
            </a:r>
            <a:r>
              <a:rPr spc="-10" dirty="0"/>
              <a:t>Controller</a:t>
            </a:r>
          </a:p>
        </p:txBody>
      </p:sp>
      <p:sp>
        <p:nvSpPr>
          <p:cNvPr id="3" name="object 3"/>
          <p:cNvSpPr txBox="1"/>
          <p:nvPr/>
        </p:nvSpPr>
        <p:spPr>
          <a:xfrm>
            <a:off x="870026" y="2389949"/>
            <a:ext cx="7292340" cy="757555"/>
          </a:xfrm>
          <a:prstGeom prst="rect">
            <a:avLst/>
          </a:prstGeom>
        </p:spPr>
        <p:txBody>
          <a:bodyPr vert="horz" wrap="square" lIns="0" tIns="12700" rIns="0" bIns="0" rtlCol="0">
            <a:spAutoFit/>
          </a:bodyPr>
          <a:lstStyle/>
          <a:p>
            <a:pPr marL="280035" marR="5080" indent="-267970">
              <a:lnSpc>
                <a:spcPct val="100000"/>
              </a:lnSpc>
              <a:spcBef>
                <a:spcPts val="100"/>
              </a:spcBef>
              <a:buChar char="•"/>
              <a:tabLst>
                <a:tab pos="280035" algn="l"/>
              </a:tabLst>
            </a:pPr>
            <a:r>
              <a:rPr sz="2400" dirty="0">
                <a:solidFill>
                  <a:srgbClr val="1B1B0F"/>
                </a:solidFill>
                <a:latin typeface="Trebuchet MS"/>
                <a:cs typeface="Trebuchet MS"/>
              </a:rPr>
              <a:t>It</a:t>
            </a:r>
            <a:r>
              <a:rPr sz="2400" spc="40" dirty="0">
                <a:solidFill>
                  <a:srgbClr val="1B1B0F"/>
                </a:solidFill>
                <a:latin typeface="Trebuchet MS"/>
                <a:cs typeface="Trebuchet MS"/>
              </a:rPr>
              <a:t> </a:t>
            </a:r>
            <a:r>
              <a:rPr sz="2400" spc="135" dirty="0">
                <a:solidFill>
                  <a:srgbClr val="1B1B0F"/>
                </a:solidFill>
                <a:latin typeface="Trebuchet MS"/>
                <a:cs typeface="Trebuchet MS"/>
              </a:rPr>
              <a:t>performs</a:t>
            </a:r>
            <a:r>
              <a:rPr sz="2400" spc="55" dirty="0">
                <a:solidFill>
                  <a:srgbClr val="1B1B0F"/>
                </a:solidFill>
                <a:latin typeface="Trebuchet MS"/>
                <a:cs typeface="Trebuchet MS"/>
              </a:rPr>
              <a:t> </a:t>
            </a:r>
            <a:r>
              <a:rPr sz="2400" spc="135" dirty="0">
                <a:solidFill>
                  <a:srgbClr val="1B1B0F"/>
                </a:solidFill>
                <a:latin typeface="Trebuchet MS"/>
                <a:cs typeface="Trebuchet MS"/>
              </a:rPr>
              <a:t>multistage</a:t>
            </a:r>
            <a:r>
              <a:rPr sz="2400" spc="50" dirty="0">
                <a:solidFill>
                  <a:srgbClr val="1B1B0F"/>
                </a:solidFill>
                <a:latin typeface="Trebuchet MS"/>
                <a:cs typeface="Trebuchet MS"/>
              </a:rPr>
              <a:t> </a:t>
            </a:r>
            <a:r>
              <a:rPr sz="2400" spc="135" dirty="0">
                <a:solidFill>
                  <a:srgbClr val="1B1B0F"/>
                </a:solidFill>
                <a:latin typeface="Trebuchet MS"/>
                <a:cs typeface="Trebuchet MS"/>
              </a:rPr>
              <a:t>operations</a:t>
            </a:r>
            <a:r>
              <a:rPr sz="2400" spc="55" dirty="0">
                <a:solidFill>
                  <a:srgbClr val="1B1B0F"/>
                </a:solidFill>
                <a:latin typeface="Trebuchet MS"/>
                <a:cs typeface="Trebuchet MS"/>
              </a:rPr>
              <a:t> </a:t>
            </a:r>
            <a:r>
              <a:rPr sz="2400" spc="75" dirty="0">
                <a:solidFill>
                  <a:srgbClr val="1B1B0F"/>
                </a:solidFill>
                <a:latin typeface="Trebuchet MS"/>
                <a:cs typeface="Trebuchet MS"/>
              </a:rPr>
              <a:t>to</a:t>
            </a:r>
            <a:r>
              <a:rPr sz="2400" spc="50" dirty="0">
                <a:solidFill>
                  <a:srgbClr val="1B1B0F"/>
                </a:solidFill>
                <a:latin typeface="Trebuchet MS"/>
                <a:cs typeface="Trebuchet MS"/>
              </a:rPr>
              <a:t> </a:t>
            </a:r>
            <a:r>
              <a:rPr sz="2400" spc="140" dirty="0">
                <a:solidFill>
                  <a:srgbClr val="1B1B0F"/>
                </a:solidFill>
                <a:latin typeface="Trebuchet MS"/>
                <a:cs typeface="Trebuchet MS"/>
              </a:rPr>
              <a:t>generate </a:t>
            </a:r>
            <a:r>
              <a:rPr sz="2400" spc="105" dirty="0">
                <a:solidFill>
                  <a:srgbClr val="1B1B0F"/>
                </a:solidFill>
                <a:latin typeface="Trebuchet MS"/>
                <a:cs typeface="Trebuchet MS"/>
              </a:rPr>
              <a:t>or</a:t>
            </a:r>
            <a:r>
              <a:rPr sz="2400" spc="60" dirty="0">
                <a:solidFill>
                  <a:srgbClr val="1B1B0F"/>
                </a:solidFill>
                <a:latin typeface="Trebuchet MS"/>
                <a:cs typeface="Trebuchet MS"/>
              </a:rPr>
              <a:t> </a:t>
            </a:r>
            <a:r>
              <a:rPr sz="2400" spc="150" dirty="0">
                <a:solidFill>
                  <a:srgbClr val="1B1B0F"/>
                </a:solidFill>
                <a:latin typeface="Trebuchet MS"/>
                <a:cs typeface="Trebuchet MS"/>
              </a:rPr>
              <a:t>synthesize</a:t>
            </a:r>
            <a:r>
              <a:rPr sz="2400" spc="60" dirty="0">
                <a:solidFill>
                  <a:srgbClr val="1B1B0F"/>
                </a:solidFill>
                <a:latin typeface="Trebuchet MS"/>
                <a:cs typeface="Trebuchet MS"/>
              </a:rPr>
              <a:t> </a:t>
            </a:r>
            <a:r>
              <a:rPr sz="2400" spc="150" dirty="0">
                <a:solidFill>
                  <a:srgbClr val="1B1B0F"/>
                </a:solidFill>
                <a:latin typeface="Trebuchet MS"/>
                <a:cs typeface="Trebuchet MS"/>
              </a:rPr>
              <a:t>images.</a:t>
            </a:r>
            <a:endParaRPr sz="2400">
              <a:latin typeface="Trebuchet MS"/>
              <a:cs typeface="Trebuchet MS"/>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Video</a:t>
            </a:r>
            <a:r>
              <a:rPr spc="-204" dirty="0"/>
              <a:t> </a:t>
            </a:r>
            <a:r>
              <a:rPr spc="-10" dirty="0"/>
              <a:t>Memory</a:t>
            </a:r>
          </a:p>
        </p:txBody>
      </p:sp>
      <p:sp>
        <p:nvSpPr>
          <p:cNvPr id="3" name="object 3"/>
          <p:cNvSpPr txBox="1"/>
          <p:nvPr/>
        </p:nvSpPr>
        <p:spPr>
          <a:xfrm>
            <a:off x="870026" y="2389949"/>
            <a:ext cx="7035165" cy="2616835"/>
          </a:xfrm>
          <a:prstGeom prst="rect">
            <a:avLst/>
          </a:prstGeom>
        </p:spPr>
        <p:txBody>
          <a:bodyPr vert="horz" wrap="square" lIns="0" tIns="12700" rIns="0" bIns="0" rtlCol="0">
            <a:spAutoFit/>
          </a:bodyPr>
          <a:lstStyle/>
          <a:p>
            <a:pPr marL="280035" indent="-267335">
              <a:lnSpc>
                <a:spcPct val="100000"/>
              </a:lnSpc>
              <a:spcBef>
                <a:spcPts val="100"/>
              </a:spcBef>
              <a:buChar char="•"/>
              <a:tabLst>
                <a:tab pos="280035" algn="l"/>
              </a:tabLst>
            </a:pPr>
            <a:r>
              <a:rPr sz="2400" dirty="0">
                <a:solidFill>
                  <a:srgbClr val="1B1B0F"/>
                </a:solidFill>
                <a:latin typeface="Trebuchet MS"/>
                <a:cs typeface="Trebuchet MS"/>
              </a:rPr>
              <a:t>It</a:t>
            </a:r>
            <a:r>
              <a:rPr sz="2400" spc="45" dirty="0">
                <a:solidFill>
                  <a:srgbClr val="1B1B0F"/>
                </a:solidFill>
                <a:latin typeface="Trebuchet MS"/>
                <a:cs typeface="Trebuchet MS"/>
              </a:rPr>
              <a:t> </a:t>
            </a:r>
            <a:r>
              <a:rPr sz="2400" spc="140" dirty="0">
                <a:solidFill>
                  <a:srgbClr val="1B1B0F"/>
                </a:solidFill>
                <a:latin typeface="Trebuchet MS"/>
                <a:cs typeface="Trebuchet MS"/>
              </a:rPr>
              <a:t>takes</a:t>
            </a:r>
            <a:r>
              <a:rPr sz="2400" spc="50" dirty="0">
                <a:solidFill>
                  <a:srgbClr val="1B1B0F"/>
                </a:solidFill>
                <a:latin typeface="Trebuchet MS"/>
                <a:cs typeface="Trebuchet MS"/>
              </a:rPr>
              <a:t> </a:t>
            </a:r>
            <a:r>
              <a:rPr sz="2400" spc="65" dirty="0">
                <a:solidFill>
                  <a:srgbClr val="1B1B0F"/>
                </a:solidFill>
                <a:latin typeface="Trebuchet MS"/>
                <a:cs typeface="Trebuchet MS"/>
              </a:rPr>
              <a:t>input,</a:t>
            </a:r>
            <a:r>
              <a:rPr sz="2400" spc="70" dirty="0">
                <a:solidFill>
                  <a:srgbClr val="1B1B0F"/>
                </a:solidFill>
                <a:latin typeface="Trebuchet MS"/>
                <a:cs typeface="Trebuchet MS"/>
              </a:rPr>
              <a:t> </a:t>
            </a:r>
            <a:r>
              <a:rPr sz="2400" spc="114" dirty="0">
                <a:solidFill>
                  <a:srgbClr val="1B1B0F"/>
                </a:solidFill>
                <a:latin typeface="Trebuchet MS"/>
                <a:cs typeface="Trebuchet MS"/>
              </a:rPr>
              <a:t>output</a:t>
            </a:r>
            <a:r>
              <a:rPr sz="2400" spc="50" dirty="0">
                <a:solidFill>
                  <a:srgbClr val="1B1B0F"/>
                </a:solidFill>
                <a:latin typeface="Trebuchet MS"/>
                <a:cs typeface="Trebuchet MS"/>
              </a:rPr>
              <a:t> </a:t>
            </a:r>
            <a:r>
              <a:rPr sz="2400" spc="110" dirty="0">
                <a:solidFill>
                  <a:srgbClr val="1B1B0F"/>
                </a:solidFill>
                <a:latin typeface="Trebuchet MS"/>
                <a:cs typeface="Trebuchet MS"/>
              </a:rPr>
              <a:t>from</a:t>
            </a:r>
            <a:r>
              <a:rPr sz="2400" spc="65" dirty="0">
                <a:solidFill>
                  <a:srgbClr val="1B1B0F"/>
                </a:solidFill>
                <a:latin typeface="Trebuchet MS"/>
                <a:cs typeface="Trebuchet MS"/>
              </a:rPr>
              <a:t> </a:t>
            </a:r>
            <a:r>
              <a:rPr sz="2400" spc="135" dirty="0">
                <a:solidFill>
                  <a:srgbClr val="1B1B0F"/>
                </a:solidFill>
                <a:latin typeface="Trebuchet MS"/>
                <a:cs typeface="Trebuchet MS"/>
              </a:rPr>
              <a:t>display</a:t>
            </a:r>
            <a:r>
              <a:rPr sz="2400" spc="45" dirty="0">
                <a:solidFill>
                  <a:srgbClr val="1B1B0F"/>
                </a:solidFill>
                <a:latin typeface="Trebuchet MS"/>
                <a:cs typeface="Trebuchet MS"/>
              </a:rPr>
              <a:t> </a:t>
            </a:r>
            <a:r>
              <a:rPr sz="2400" spc="60" dirty="0">
                <a:solidFill>
                  <a:srgbClr val="1B1B0F"/>
                </a:solidFill>
                <a:latin typeface="Trebuchet MS"/>
                <a:cs typeface="Trebuchet MS"/>
              </a:rPr>
              <a:t>controller</a:t>
            </a:r>
            <a:endParaRPr sz="2400">
              <a:latin typeface="Trebuchet MS"/>
              <a:cs typeface="Trebuchet MS"/>
            </a:endParaRPr>
          </a:p>
          <a:p>
            <a:pPr marL="280035" indent="-267335">
              <a:lnSpc>
                <a:spcPct val="100000"/>
              </a:lnSpc>
              <a:spcBef>
                <a:spcPts val="2000"/>
              </a:spcBef>
              <a:buChar char="•"/>
              <a:tabLst>
                <a:tab pos="280035" algn="l"/>
              </a:tabLst>
            </a:pPr>
            <a:r>
              <a:rPr sz="2400" dirty="0">
                <a:solidFill>
                  <a:srgbClr val="1B1B0F"/>
                </a:solidFill>
                <a:latin typeface="Trebuchet MS"/>
                <a:cs typeface="Trebuchet MS"/>
              </a:rPr>
              <a:t>It</a:t>
            </a:r>
            <a:r>
              <a:rPr sz="2400" spc="50" dirty="0">
                <a:solidFill>
                  <a:srgbClr val="1B1B0F"/>
                </a:solidFill>
                <a:latin typeface="Trebuchet MS"/>
                <a:cs typeface="Trebuchet MS"/>
              </a:rPr>
              <a:t> </a:t>
            </a:r>
            <a:r>
              <a:rPr sz="2400" spc="135" dirty="0">
                <a:solidFill>
                  <a:srgbClr val="1B1B0F"/>
                </a:solidFill>
                <a:latin typeface="Trebuchet MS"/>
                <a:cs typeface="Trebuchet MS"/>
              </a:rPr>
              <a:t>stores</a:t>
            </a:r>
            <a:r>
              <a:rPr sz="2400" spc="65" dirty="0">
                <a:solidFill>
                  <a:srgbClr val="1B1B0F"/>
                </a:solidFill>
                <a:latin typeface="Trebuchet MS"/>
                <a:cs typeface="Trebuchet MS"/>
              </a:rPr>
              <a:t> </a:t>
            </a:r>
            <a:r>
              <a:rPr sz="2400" spc="190" dirty="0">
                <a:solidFill>
                  <a:srgbClr val="1B1B0F"/>
                </a:solidFill>
                <a:latin typeface="Trebuchet MS"/>
                <a:cs typeface="Trebuchet MS"/>
              </a:rPr>
              <a:t>image</a:t>
            </a:r>
            <a:r>
              <a:rPr sz="2400" spc="55" dirty="0">
                <a:solidFill>
                  <a:srgbClr val="1B1B0F"/>
                </a:solidFill>
                <a:latin typeface="Trebuchet MS"/>
                <a:cs typeface="Trebuchet MS"/>
              </a:rPr>
              <a:t> </a:t>
            </a:r>
            <a:r>
              <a:rPr sz="2400" spc="85" dirty="0">
                <a:solidFill>
                  <a:srgbClr val="1B1B0F"/>
                </a:solidFill>
                <a:latin typeface="Trebuchet MS"/>
                <a:cs typeface="Trebuchet MS"/>
              </a:rPr>
              <a:t>representation.</a:t>
            </a:r>
            <a:endParaRPr sz="2400">
              <a:latin typeface="Trebuchet MS"/>
              <a:cs typeface="Trebuchet MS"/>
            </a:endParaRPr>
          </a:p>
          <a:p>
            <a:pPr marL="280035" indent="-267335">
              <a:lnSpc>
                <a:spcPct val="100000"/>
              </a:lnSpc>
              <a:spcBef>
                <a:spcPts val="2000"/>
              </a:spcBef>
              <a:buChar char="•"/>
              <a:tabLst>
                <a:tab pos="280035" algn="l"/>
              </a:tabLst>
            </a:pPr>
            <a:r>
              <a:rPr sz="2400" dirty="0">
                <a:solidFill>
                  <a:srgbClr val="1B1B0F"/>
                </a:solidFill>
                <a:latin typeface="Trebuchet MS"/>
                <a:cs typeface="Trebuchet MS"/>
              </a:rPr>
              <a:t>It</a:t>
            </a:r>
            <a:r>
              <a:rPr sz="2400" spc="40" dirty="0">
                <a:solidFill>
                  <a:srgbClr val="1B1B0F"/>
                </a:solidFill>
                <a:latin typeface="Trebuchet MS"/>
                <a:cs typeface="Trebuchet MS"/>
              </a:rPr>
              <a:t> </a:t>
            </a:r>
            <a:r>
              <a:rPr sz="2400" spc="135" dirty="0">
                <a:solidFill>
                  <a:srgbClr val="1B1B0F"/>
                </a:solidFill>
                <a:latin typeface="Trebuchet MS"/>
                <a:cs typeface="Trebuchet MS"/>
              </a:rPr>
              <a:t>stores</a:t>
            </a:r>
            <a:r>
              <a:rPr sz="2400" spc="55" dirty="0">
                <a:solidFill>
                  <a:srgbClr val="1B1B0F"/>
                </a:solidFill>
                <a:latin typeface="Trebuchet MS"/>
                <a:cs typeface="Trebuchet MS"/>
              </a:rPr>
              <a:t> </a:t>
            </a:r>
            <a:r>
              <a:rPr sz="2400" spc="204" dirty="0">
                <a:solidFill>
                  <a:srgbClr val="1B1B0F"/>
                </a:solidFill>
                <a:latin typeface="Trebuchet MS"/>
                <a:cs typeface="Trebuchet MS"/>
              </a:rPr>
              <a:t>images</a:t>
            </a:r>
            <a:r>
              <a:rPr sz="2400" spc="55" dirty="0">
                <a:solidFill>
                  <a:srgbClr val="1B1B0F"/>
                </a:solidFill>
                <a:latin typeface="Trebuchet MS"/>
                <a:cs typeface="Trebuchet MS"/>
              </a:rPr>
              <a:t> </a:t>
            </a:r>
            <a:r>
              <a:rPr sz="2400" spc="80" dirty="0">
                <a:solidFill>
                  <a:srgbClr val="1B1B0F"/>
                </a:solidFill>
                <a:latin typeface="Trebuchet MS"/>
                <a:cs typeface="Trebuchet MS"/>
              </a:rPr>
              <a:t>in</a:t>
            </a:r>
            <a:r>
              <a:rPr sz="2400" spc="55" dirty="0">
                <a:solidFill>
                  <a:srgbClr val="1B1B0F"/>
                </a:solidFill>
                <a:latin typeface="Trebuchet MS"/>
                <a:cs typeface="Trebuchet MS"/>
              </a:rPr>
              <a:t> </a:t>
            </a:r>
            <a:r>
              <a:rPr sz="2400" spc="80" dirty="0">
                <a:solidFill>
                  <a:srgbClr val="1B1B0F"/>
                </a:solidFill>
                <a:latin typeface="Trebuchet MS"/>
                <a:cs typeface="Trebuchet MS"/>
              </a:rPr>
              <a:t>digital</a:t>
            </a:r>
            <a:r>
              <a:rPr sz="2400" spc="60" dirty="0">
                <a:solidFill>
                  <a:srgbClr val="1B1B0F"/>
                </a:solidFill>
                <a:latin typeface="Trebuchet MS"/>
                <a:cs typeface="Trebuchet MS"/>
              </a:rPr>
              <a:t> </a:t>
            </a:r>
            <a:r>
              <a:rPr sz="2400" spc="95" dirty="0">
                <a:solidFill>
                  <a:srgbClr val="1B1B0F"/>
                </a:solidFill>
                <a:latin typeface="Trebuchet MS"/>
                <a:cs typeface="Trebuchet MS"/>
              </a:rPr>
              <a:t>format</a:t>
            </a:r>
            <a:endParaRPr sz="2400">
              <a:latin typeface="Trebuchet MS"/>
              <a:cs typeface="Trebuchet MS"/>
            </a:endParaRPr>
          </a:p>
          <a:p>
            <a:pPr marL="280035" marR="354330" indent="-267970">
              <a:lnSpc>
                <a:spcPct val="100000"/>
              </a:lnSpc>
              <a:spcBef>
                <a:spcPts val="2000"/>
              </a:spcBef>
              <a:buChar char="•"/>
              <a:tabLst>
                <a:tab pos="280035" algn="l"/>
              </a:tabLst>
            </a:pPr>
            <a:r>
              <a:rPr sz="2400" dirty="0">
                <a:solidFill>
                  <a:srgbClr val="1B1B0F"/>
                </a:solidFill>
                <a:latin typeface="Trebuchet MS"/>
                <a:cs typeface="Trebuchet MS"/>
              </a:rPr>
              <a:t>It</a:t>
            </a:r>
            <a:r>
              <a:rPr sz="2400" spc="40" dirty="0">
                <a:solidFill>
                  <a:srgbClr val="1B1B0F"/>
                </a:solidFill>
                <a:latin typeface="Trebuchet MS"/>
                <a:cs typeface="Trebuchet MS"/>
              </a:rPr>
              <a:t> </a:t>
            </a:r>
            <a:r>
              <a:rPr sz="2400" spc="120" dirty="0">
                <a:solidFill>
                  <a:srgbClr val="1B1B0F"/>
                </a:solidFill>
                <a:latin typeface="Trebuchet MS"/>
                <a:cs typeface="Trebuchet MS"/>
              </a:rPr>
              <a:t>is</a:t>
            </a:r>
            <a:r>
              <a:rPr sz="2400" spc="50" dirty="0">
                <a:solidFill>
                  <a:srgbClr val="1B1B0F"/>
                </a:solidFill>
                <a:latin typeface="Trebuchet MS"/>
                <a:cs typeface="Trebuchet MS"/>
              </a:rPr>
              <a:t> </a:t>
            </a:r>
            <a:r>
              <a:rPr sz="2400" spc="150" dirty="0">
                <a:solidFill>
                  <a:srgbClr val="1B1B0F"/>
                </a:solidFill>
                <a:latin typeface="Trebuchet MS"/>
                <a:cs typeface="Trebuchet MS"/>
              </a:rPr>
              <a:t>also</a:t>
            </a:r>
            <a:r>
              <a:rPr sz="2400" spc="55" dirty="0">
                <a:solidFill>
                  <a:srgbClr val="1B1B0F"/>
                </a:solidFill>
                <a:latin typeface="Trebuchet MS"/>
                <a:cs typeface="Trebuchet MS"/>
              </a:rPr>
              <a:t> </a:t>
            </a:r>
            <a:r>
              <a:rPr sz="2400" spc="175" dirty="0">
                <a:solidFill>
                  <a:srgbClr val="1B1B0F"/>
                </a:solidFill>
                <a:latin typeface="Trebuchet MS"/>
                <a:cs typeface="Trebuchet MS"/>
              </a:rPr>
              <a:t>known</a:t>
            </a:r>
            <a:r>
              <a:rPr sz="2400" spc="65" dirty="0">
                <a:solidFill>
                  <a:srgbClr val="1B1B0F"/>
                </a:solidFill>
                <a:latin typeface="Trebuchet MS"/>
                <a:cs typeface="Trebuchet MS"/>
              </a:rPr>
              <a:t> </a:t>
            </a:r>
            <a:r>
              <a:rPr sz="2400" spc="229" dirty="0">
                <a:solidFill>
                  <a:srgbClr val="1B1B0F"/>
                </a:solidFill>
                <a:latin typeface="Trebuchet MS"/>
                <a:cs typeface="Trebuchet MS"/>
              </a:rPr>
              <a:t>as</a:t>
            </a:r>
            <a:r>
              <a:rPr sz="2400" spc="50" dirty="0">
                <a:solidFill>
                  <a:srgbClr val="1B1B0F"/>
                </a:solidFill>
                <a:latin typeface="Trebuchet MS"/>
                <a:cs typeface="Trebuchet MS"/>
              </a:rPr>
              <a:t> </a:t>
            </a:r>
            <a:r>
              <a:rPr sz="2400" spc="240" dirty="0">
                <a:solidFill>
                  <a:srgbClr val="1B1B0F"/>
                </a:solidFill>
                <a:latin typeface="Trebuchet MS"/>
                <a:cs typeface="Trebuchet MS"/>
              </a:rPr>
              <a:t>VRAM</a:t>
            </a:r>
            <a:r>
              <a:rPr sz="2400" spc="50" dirty="0">
                <a:solidFill>
                  <a:srgbClr val="1B1B0F"/>
                </a:solidFill>
                <a:latin typeface="Trebuchet MS"/>
                <a:cs typeface="Trebuchet MS"/>
              </a:rPr>
              <a:t> </a:t>
            </a:r>
            <a:r>
              <a:rPr sz="2400" spc="190" dirty="0">
                <a:solidFill>
                  <a:srgbClr val="1B1B0F"/>
                </a:solidFill>
                <a:latin typeface="Trebuchet MS"/>
                <a:cs typeface="Trebuchet MS"/>
              </a:rPr>
              <a:t>and</a:t>
            </a:r>
            <a:r>
              <a:rPr sz="2400" spc="50" dirty="0">
                <a:solidFill>
                  <a:srgbClr val="1B1B0F"/>
                </a:solidFill>
                <a:latin typeface="Trebuchet MS"/>
                <a:cs typeface="Trebuchet MS"/>
              </a:rPr>
              <a:t> </a:t>
            </a:r>
            <a:r>
              <a:rPr sz="2400" spc="120" dirty="0">
                <a:solidFill>
                  <a:srgbClr val="1B1B0F"/>
                </a:solidFill>
                <a:latin typeface="Trebuchet MS"/>
                <a:cs typeface="Trebuchet MS"/>
              </a:rPr>
              <a:t>is</a:t>
            </a:r>
            <a:r>
              <a:rPr sz="2400" spc="55" dirty="0">
                <a:solidFill>
                  <a:srgbClr val="1B1B0F"/>
                </a:solidFill>
                <a:latin typeface="Trebuchet MS"/>
                <a:cs typeface="Trebuchet MS"/>
              </a:rPr>
              <a:t> </a:t>
            </a:r>
            <a:r>
              <a:rPr sz="2400" spc="105" dirty="0">
                <a:solidFill>
                  <a:srgbClr val="1B1B0F"/>
                </a:solidFill>
                <a:latin typeface="Trebuchet MS"/>
                <a:cs typeface="Trebuchet MS"/>
              </a:rPr>
              <a:t>located</a:t>
            </a:r>
            <a:r>
              <a:rPr sz="2400" spc="60" dirty="0">
                <a:solidFill>
                  <a:srgbClr val="1B1B0F"/>
                </a:solidFill>
                <a:latin typeface="Trebuchet MS"/>
                <a:cs typeface="Trebuchet MS"/>
              </a:rPr>
              <a:t> </a:t>
            </a:r>
            <a:r>
              <a:rPr sz="2400" spc="55" dirty="0">
                <a:solidFill>
                  <a:srgbClr val="1B1B0F"/>
                </a:solidFill>
                <a:latin typeface="Trebuchet MS"/>
                <a:cs typeface="Trebuchet MS"/>
              </a:rPr>
              <a:t>in </a:t>
            </a:r>
            <a:r>
              <a:rPr sz="2400" spc="160" dirty="0">
                <a:solidFill>
                  <a:srgbClr val="1B1B0F"/>
                </a:solidFill>
                <a:latin typeface="Trebuchet MS"/>
                <a:cs typeface="Trebuchet MS"/>
              </a:rPr>
              <a:t>graphics</a:t>
            </a:r>
            <a:r>
              <a:rPr sz="2400" spc="50" dirty="0">
                <a:solidFill>
                  <a:srgbClr val="1B1B0F"/>
                </a:solidFill>
                <a:latin typeface="Trebuchet MS"/>
                <a:cs typeface="Trebuchet MS"/>
              </a:rPr>
              <a:t> card.</a:t>
            </a:r>
            <a:endParaRPr sz="2400">
              <a:latin typeface="Trebuchet MS"/>
              <a:cs typeface="Trebuchet MS"/>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Video</a:t>
            </a:r>
            <a:r>
              <a:rPr spc="-204" dirty="0"/>
              <a:t> </a:t>
            </a:r>
            <a:r>
              <a:rPr spc="-10" dirty="0"/>
              <a:t>Controller</a:t>
            </a:r>
          </a:p>
        </p:txBody>
      </p:sp>
      <p:sp>
        <p:nvSpPr>
          <p:cNvPr id="3" name="object 3"/>
          <p:cNvSpPr txBox="1"/>
          <p:nvPr/>
        </p:nvSpPr>
        <p:spPr>
          <a:xfrm>
            <a:off x="870026" y="2389949"/>
            <a:ext cx="7331075" cy="3602354"/>
          </a:xfrm>
          <a:prstGeom prst="rect">
            <a:avLst/>
          </a:prstGeom>
        </p:spPr>
        <p:txBody>
          <a:bodyPr vert="horz" wrap="square" lIns="0" tIns="12700" rIns="0" bIns="0" rtlCol="0">
            <a:spAutoFit/>
          </a:bodyPr>
          <a:lstStyle/>
          <a:p>
            <a:pPr marL="280035" marR="717550" indent="-267970">
              <a:lnSpc>
                <a:spcPct val="100000"/>
              </a:lnSpc>
              <a:spcBef>
                <a:spcPts val="100"/>
              </a:spcBef>
              <a:buChar char="•"/>
              <a:tabLst>
                <a:tab pos="280035" algn="l"/>
              </a:tabLst>
            </a:pPr>
            <a:r>
              <a:rPr sz="2400" spc="155" dirty="0">
                <a:solidFill>
                  <a:srgbClr val="1B1B0F"/>
                </a:solidFill>
                <a:latin typeface="Trebuchet MS"/>
                <a:cs typeface="Trebuchet MS"/>
              </a:rPr>
              <a:t>Converts</a:t>
            </a:r>
            <a:r>
              <a:rPr sz="2400" spc="50" dirty="0">
                <a:solidFill>
                  <a:srgbClr val="1B1B0F"/>
                </a:solidFill>
                <a:latin typeface="Trebuchet MS"/>
                <a:cs typeface="Trebuchet MS"/>
              </a:rPr>
              <a:t> </a:t>
            </a:r>
            <a:r>
              <a:rPr sz="2400" spc="114" dirty="0">
                <a:solidFill>
                  <a:srgbClr val="1B1B0F"/>
                </a:solidFill>
                <a:latin typeface="Trebuchet MS"/>
                <a:cs typeface="Trebuchet MS"/>
              </a:rPr>
              <a:t>stored</a:t>
            </a:r>
            <a:r>
              <a:rPr sz="2400" spc="65" dirty="0">
                <a:solidFill>
                  <a:srgbClr val="1B1B0F"/>
                </a:solidFill>
                <a:latin typeface="Trebuchet MS"/>
                <a:cs typeface="Trebuchet MS"/>
              </a:rPr>
              <a:t> </a:t>
            </a:r>
            <a:r>
              <a:rPr sz="2400" spc="80" dirty="0">
                <a:solidFill>
                  <a:srgbClr val="1B1B0F"/>
                </a:solidFill>
                <a:latin typeface="Trebuchet MS"/>
                <a:cs typeface="Trebuchet MS"/>
              </a:rPr>
              <a:t>digital</a:t>
            </a:r>
            <a:r>
              <a:rPr sz="2400" spc="65" dirty="0">
                <a:solidFill>
                  <a:srgbClr val="1B1B0F"/>
                </a:solidFill>
                <a:latin typeface="Trebuchet MS"/>
                <a:cs typeface="Trebuchet MS"/>
              </a:rPr>
              <a:t> </a:t>
            </a:r>
            <a:r>
              <a:rPr sz="2400" spc="195" dirty="0">
                <a:solidFill>
                  <a:srgbClr val="1B1B0F"/>
                </a:solidFill>
                <a:latin typeface="Trebuchet MS"/>
                <a:cs typeface="Trebuchet MS"/>
              </a:rPr>
              <a:t>image</a:t>
            </a:r>
            <a:r>
              <a:rPr sz="2400" spc="60" dirty="0">
                <a:solidFill>
                  <a:srgbClr val="1B1B0F"/>
                </a:solidFill>
                <a:latin typeface="Trebuchet MS"/>
                <a:cs typeface="Trebuchet MS"/>
              </a:rPr>
              <a:t> </a:t>
            </a:r>
            <a:r>
              <a:rPr sz="2400" spc="75" dirty="0">
                <a:solidFill>
                  <a:srgbClr val="1B1B0F"/>
                </a:solidFill>
                <a:latin typeface="Trebuchet MS"/>
                <a:cs typeface="Trebuchet MS"/>
              </a:rPr>
              <a:t>into</a:t>
            </a:r>
            <a:r>
              <a:rPr sz="2400" spc="50" dirty="0">
                <a:solidFill>
                  <a:srgbClr val="1B1B0F"/>
                </a:solidFill>
                <a:latin typeface="Trebuchet MS"/>
                <a:cs typeface="Trebuchet MS"/>
              </a:rPr>
              <a:t> </a:t>
            </a:r>
            <a:r>
              <a:rPr sz="2400" spc="165" dirty="0">
                <a:solidFill>
                  <a:srgbClr val="1B1B0F"/>
                </a:solidFill>
                <a:latin typeface="Trebuchet MS"/>
                <a:cs typeface="Trebuchet MS"/>
              </a:rPr>
              <a:t>analog </a:t>
            </a:r>
            <a:r>
              <a:rPr sz="2400" spc="140" dirty="0">
                <a:solidFill>
                  <a:srgbClr val="1B1B0F"/>
                </a:solidFill>
                <a:latin typeface="Trebuchet MS"/>
                <a:cs typeface="Trebuchet MS"/>
              </a:rPr>
              <a:t>voltage</a:t>
            </a:r>
            <a:r>
              <a:rPr sz="2400" spc="50" dirty="0">
                <a:solidFill>
                  <a:srgbClr val="1B1B0F"/>
                </a:solidFill>
                <a:latin typeface="Trebuchet MS"/>
                <a:cs typeface="Trebuchet MS"/>
              </a:rPr>
              <a:t> </a:t>
            </a:r>
            <a:r>
              <a:rPr sz="2400" spc="55" dirty="0">
                <a:solidFill>
                  <a:srgbClr val="1B1B0F"/>
                </a:solidFill>
                <a:latin typeface="Trebuchet MS"/>
                <a:cs typeface="Trebuchet MS"/>
              </a:rPr>
              <a:t>for </a:t>
            </a:r>
            <a:r>
              <a:rPr sz="2400" spc="135" dirty="0">
                <a:solidFill>
                  <a:srgbClr val="1B1B0F"/>
                </a:solidFill>
                <a:latin typeface="Trebuchet MS"/>
                <a:cs typeface="Trebuchet MS"/>
              </a:rPr>
              <a:t>display</a:t>
            </a:r>
            <a:r>
              <a:rPr sz="2400" spc="60" dirty="0">
                <a:solidFill>
                  <a:srgbClr val="1B1B0F"/>
                </a:solidFill>
                <a:latin typeface="Trebuchet MS"/>
                <a:cs typeface="Trebuchet MS"/>
              </a:rPr>
              <a:t> </a:t>
            </a:r>
            <a:r>
              <a:rPr sz="2400" spc="180" dirty="0">
                <a:solidFill>
                  <a:srgbClr val="1B1B0F"/>
                </a:solidFill>
                <a:latin typeface="Trebuchet MS"/>
                <a:cs typeface="Trebuchet MS"/>
              </a:rPr>
              <a:t>on</a:t>
            </a:r>
            <a:r>
              <a:rPr sz="2400" spc="55" dirty="0">
                <a:solidFill>
                  <a:srgbClr val="1B1B0F"/>
                </a:solidFill>
                <a:latin typeface="Trebuchet MS"/>
                <a:cs typeface="Trebuchet MS"/>
              </a:rPr>
              <a:t> </a:t>
            </a:r>
            <a:r>
              <a:rPr sz="2400" spc="-20" dirty="0">
                <a:solidFill>
                  <a:srgbClr val="1B1B0F"/>
                </a:solidFill>
                <a:latin typeface="Trebuchet MS"/>
                <a:cs typeface="Trebuchet MS"/>
              </a:rPr>
              <a:t>CRT.</a:t>
            </a:r>
            <a:endParaRPr sz="2400">
              <a:latin typeface="Trebuchet MS"/>
              <a:cs typeface="Trebuchet MS"/>
            </a:endParaRPr>
          </a:p>
          <a:p>
            <a:pPr marL="280035" indent="-267335">
              <a:lnSpc>
                <a:spcPct val="100000"/>
              </a:lnSpc>
              <a:spcBef>
                <a:spcPts val="2000"/>
              </a:spcBef>
              <a:buChar char="•"/>
              <a:tabLst>
                <a:tab pos="280035" algn="l"/>
              </a:tabLst>
            </a:pPr>
            <a:r>
              <a:rPr sz="2400" spc="155" dirty="0">
                <a:solidFill>
                  <a:srgbClr val="1B1B0F"/>
                </a:solidFill>
                <a:latin typeface="Trebuchet MS"/>
                <a:cs typeface="Trebuchet MS"/>
              </a:rPr>
              <a:t>Which</a:t>
            </a:r>
            <a:r>
              <a:rPr sz="2400" spc="45" dirty="0">
                <a:solidFill>
                  <a:srgbClr val="1B1B0F"/>
                </a:solidFill>
                <a:latin typeface="Trebuchet MS"/>
                <a:cs typeface="Trebuchet MS"/>
              </a:rPr>
              <a:t> </a:t>
            </a:r>
            <a:r>
              <a:rPr sz="2400" spc="95" dirty="0">
                <a:solidFill>
                  <a:srgbClr val="1B1B0F"/>
                </a:solidFill>
                <a:latin typeface="Trebuchet MS"/>
                <a:cs typeface="Trebuchet MS"/>
              </a:rPr>
              <a:t>ultimately</a:t>
            </a:r>
            <a:r>
              <a:rPr sz="2400" spc="45" dirty="0">
                <a:solidFill>
                  <a:srgbClr val="1B1B0F"/>
                </a:solidFill>
                <a:latin typeface="Trebuchet MS"/>
                <a:cs typeface="Trebuchet MS"/>
              </a:rPr>
              <a:t> </a:t>
            </a:r>
            <a:r>
              <a:rPr sz="2400" spc="140" dirty="0">
                <a:solidFill>
                  <a:srgbClr val="1B1B0F"/>
                </a:solidFill>
                <a:latin typeface="Trebuchet MS"/>
                <a:cs typeface="Trebuchet MS"/>
              </a:rPr>
              <a:t>renders</a:t>
            </a:r>
            <a:r>
              <a:rPr sz="2400" spc="50" dirty="0">
                <a:solidFill>
                  <a:srgbClr val="1B1B0F"/>
                </a:solidFill>
                <a:latin typeface="Trebuchet MS"/>
                <a:cs typeface="Trebuchet MS"/>
              </a:rPr>
              <a:t> </a:t>
            </a:r>
            <a:r>
              <a:rPr sz="2400" spc="180" dirty="0">
                <a:solidFill>
                  <a:srgbClr val="1B1B0F"/>
                </a:solidFill>
                <a:latin typeface="Trebuchet MS"/>
                <a:cs typeface="Trebuchet MS"/>
              </a:rPr>
              <a:t>on</a:t>
            </a:r>
            <a:r>
              <a:rPr sz="2400" spc="45" dirty="0">
                <a:solidFill>
                  <a:srgbClr val="1B1B0F"/>
                </a:solidFill>
                <a:latin typeface="Trebuchet MS"/>
                <a:cs typeface="Trebuchet MS"/>
              </a:rPr>
              <a:t> </a:t>
            </a:r>
            <a:r>
              <a:rPr sz="2400" spc="114" dirty="0">
                <a:solidFill>
                  <a:srgbClr val="1B1B0F"/>
                </a:solidFill>
                <a:latin typeface="Trebuchet MS"/>
                <a:cs typeface="Trebuchet MS"/>
              </a:rPr>
              <a:t>the</a:t>
            </a:r>
            <a:r>
              <a:rPr sz="2400" spc="45" dirty="0">
                <a:solidFill>
                  <a:srgbClr val="1B1B0F"/>
                </a:solidFill>
                <a:latin typeface="Trebuchet MS"/>
                <a:cs typeface="Trebuchet MS"/>
              </a:rPr>
              <a:t> </a:t>
            </a:r>
            <a:r>
              <a:rPr sz="2400" spc="95" dirty="0">
                <a:solidFill>
                  <a:srgbClr val="1B1B0F"/>
                </a:solidFill>
                <a:latin typeface="Trebuchet MS"/>
                <a:cs typeface="Trebuchet MS"/>
              </a:rPr>
              <a:t>screen.</a:t>
            </a:r>
            <a:endParaRPr sz="2400">
              <a:latin typeface="Trebuchet MS"/>
              <a:cs typeface="Trebuchet MS"/>
            </a:endParaRPr>
          </a:p>
          <a:p>
            <a:pPr marL="280035" indent="-267335">
              <a:lnSpc>
                <a:spcPct val="100000"/>
              </a:lnSpc>
              <a:spcBef>
                <a:spcPts val="2000"/>
              </a:spcBef>
              <a:buChar char="•"/>
              <a:tabLst>
                <a:tab pos="280035" algn="l"/>
              </a:tabLst>
            </a:pPr>
            <a:r>
              <a:rPr sz="2400" spc="160" dirty="0">
                <a:solidFill>
                  <a:srgbClr val="1B1B0F"/>
                </a:solidFill>
                <a:latin typeface="Trebuchet MS"/>
                <a:cs typeface="Trebuchet MS"/>
              </a:rPr>
              <a:t>Screen</a:t>
            </a:r>
            <a:r>
              <a:rPr sz="2400" spc="50" dirty="0">
                <a:solidFill>
                  <a:srgbClr val="1B1B0F"/>
                </a:solidFill>
                <a:latin typeface="Trebuchet MS"/>
                <a:cs typeface="Trebuchet MS"/>
              </a:rPr>
              <a:t> </a:t>
            </a:r>
            <a:r>
              <a:rPr sz="2400" spc="135" dirty="0">
                <a:solidFill>
                  <a:srgbClr val="1B1B0F"/>
                </a:solidFill>
                <a:latin typeface="Trebuchet MS"/>
                <a:cs typeface="Trebuchet MS"/>
              </a:rPr>
              <a:t>contains</a:t>
            </a:r>
            <a:r>
              <a:rPr sz="2400" spc="50" dirty="0">
                <a:solidFill>
                  <a:srgbClr val="1B1B0F"/>
                </a:solidFill>
                <a:latin typeface="Trebuchet MS"/>
                <a:cs typeface="Trebuchet MS"/>
              </a:rPr>
              <a:t> </a:t>
            </a:r>
            <a:r>
              <a:rPr sz="2400" spc="125" dirty="0">
                <a:solidFill>
                  <a:srgbClr val="1B1B0F"/>
                </a:solidFill>
                <a:latin typeface="Trebuchet MS"/>
                <a:cs typeface="Trebuchet MS"/>
              </a:rPr>
              <a:t>grid</a:t>
            </a:r>
            <a:r>
              <a:rPr sz="2400" spc="55" dirty="0">
                <a:solidFill>
                  <a:srgbClr val="1B1B0F"/>
                </a:solidFill>
                <a:latin typeface="Trebuchet MS"/>
                <a:cs typeface="Trebuchet MS"/>
              </a:rPr>
              <a:t> </a:t>
            </a:r>
            <a:r>
              <a:rPr sz="2400" spc="65" dirty="0">
                <a:solidFill>
                  <a:srgbClr val="1B1B0F"/>
                </a:solidFill>
                <a:latin typeface="Trebuchet MS"/>
                <a:cs typeface="Trebuchet MS"/>
              </a:rPr>
              <a:t>of</a:t>
            </a:r>
            <a:r>
              <a:rPr sz="2400" spc="50" dirty="0">
                <a:solidFill>
                  <a:srgbClr val="1B1B0F"/>
                </a:solidFill>
                <a:latin typeface="Trebuchet MS"/>
                <a:cs typeface="Trebuchet MS"/>
              </a:rPr>
              <a:t> </a:t>
            </a:r>
            <a:r>
              <a:rPr sz="2400" spc="60" dirty="0">
                <a:solidFill>
                  <a:srgbClr val="1B1B0F"/>
                </a:solidFill>
                <a:latin typeface="Trebuchet MS"/>
                <a:cs typeface="Trebuchet MS"/>
              </a:rPr>
              <a:t>pixels.</a:t>
            </a:r>
            <a:endParaRPr sz="2400">
              <a:latin typeface="Trebuchet MS"/>
              <a:cs typeface="Trebuchet MS"/>
            </a:endParaRPr>
          </a:p>
          <a:p>
            <a:pPr marL="280035" marR="5080" indent="-267970">
              <a:lnSpc>
                <a:spcPct val="100000"/>
              </a:lnSpc>
              <a:spcBef>
                <a:spcPts val="2000"/>
              </a:spcBef>
              <a:buChar char="•"/>
              <a:tabLst>
                <a:tab pos="280035" algn="l"/>
              </a:tabLst>
            </a:pPr>
            <a:r>
              <a:rPr sz="2400" spc="65" dirty="0">
                <a:solidFill>
                  <a:srgbClr val="1B1B0F"/>
                </a:solidFill>
                <a:latin typeface="Trebuchet MS"/>
                <a:cs typeface="Trebuchet MS"/>
              </a:rPr>
              <a:t>Electricity</a:t>
            </a:r>
            <a:r>
              <a:rPr sz="2400" spc="35" dirty="0">
                <a:solidFill>
                  <a:srgbClr val="1B1B0F"/>
                </a:solidFill>
                <a:latin typeface="Trebuchet MS"/>
                <a:cs typeface="Trebuchet MS"/>
              </a:rPr>
              <a:t> </a:t>
            </a:r>
            <a:r>
              <a:rPr sz="2400" spc="110" dirty="0">
                <a:solidFill>
                  <a:srgbClr val="1B1B0F"/>
                </a:solidFill>
                <a:latin typeface="Trebuchet MS"/>
                <a:cs typeface="Trebuchet MS"/>
              </a:rPr>
              <a:t>excites</a:t>
            </a:r>
            <a:r>
              <a:rPr sz="2400" spc="50" dirty="0">
                <a:solidFill>
                  <a:srgbClr val="1B1B0F"/>
                </a:solidFill>
                <a:latin typeface="Trebuchet MS"/>
                <a:cs typeface="Trebuchet MS"/>
              </a:rPr>
              <a:t> </a:t>
            </a:r>
            <a:r>
              <a:rPr sz="2400" spc="114" dirty="0">
                <a:solidFill>
                  <a:srgbClr val="1B1B0F"/>
                </a:solidFill>
                <a:latin typeface="Trebuchet MS"/>
                <a:cs typeface="Trebuchet MS"/>
              </a:rPr>
              <a:t>the</a:t>
            </a:r>
            <a:r>
              <a:rPr sz="2400" spc="55" dirty="0">
                <a:solidFill>
                  <a:srgbClr val="1B1B0F"/>
                </a:solidFill>
                <a:latin typeface="Trebuchet MS"/>
                <a:cs typeface="Trebuchet MS"/>
              </a:rPr>
              <a:t> </a:t>
            </a:r>
            <a:r>
              <a:rPr sz="2400" spc="105" dirty="0">
                <a:solidFill>
                  <a:srgbClr val="1B1B0F"/>
                </a:solidFill>
                <a:latin typeface="Trebuchet MS"/>
                <a:cs typeface="Trebuchet MS"/>
              </a:rPr>
              <a:t>pixels</a:t>
            </a:r>
            <a:r>
              <a:rPr sz="2400" spc="50" dirty="0">
                <a:solidFill>
                  <a:srgbClr val="1B1B0F"/>
                </a:solidFill>
                <a:latin typeface="Trebuchet MS"/>
                <a:cs typeface="Trebuchet MS"/>
              </a:rPr>
              <a:t> </a:t>
            </a:r>
            <a:r>
              <a:rPr sz="2400" spc="195" dirty="0">
                <a:solidFill>
                  <a:srgbClr val="1B1B0F"/>
                </a:solidFill>
                <a:latin typeface="Trebuchet MS"/>
                <a:cs typeface="Trebuchet MS"/>
              </a:rPr>
              <a:t>and</a:t>
            </a:r>
            <a:r>
              <a:rPr sz="2400" spc="50" dirty="0">
                <a:solidFill>
                  <a:srgbClr val="1B1B0F"/>
                </a:solidFill>
                <a:latin typeface="Trebuchet MS"/>
                <a:cs typeface="Trebuchet MS"/>
              </a:rPr>
              <a:t> </a:t>
            </a:r>
            <a:r>
              <a:rPr sz="2400" spc="140" dirty="0">
                <a:solidFill>
                  <a:srgbClr val="1B1B0F"/>
                </a:solidFill>
                <a:latin typeface="Trebuchet MS"/>
                <a:cs typeface="Trebuchet MS"/>
              </a:rPr>
              <a:t>emits</a:t>
            </a:r>
            <a:r>
              <a:rPr sz="2400" spc="45" dirty="0">
                <a:solidFill>
                  <a:srgbClr val="1B1B0F"/>
                </a:solidFill>
                <a:latin typeface="Trebuchet MS"/>
                <a:cs typeface="Trebuchet MS"/>
              </a:rPr>
              <a:t> </a:t>
            </a:r>
            <a:r>
              <a:rPr sz="2400" spc="80" dirty="0">
                <a:solidFill>
                  <a:srgbClr val="1B1B0F"/>
                </a:solidFill>
                <a:latin typeface="Trebuchet MS"/>
                <a:cs typeface="Trebuchet MS"/>
              </a:rPr>
              <a:t>light</a:t>
            </a:r>
            <a:r>
              <a:rPr sz="2400" spc="55" dirty="0">
                <a:solidFill>
                  <a:srgbClr val="1B1B0F"/>
                </a:solidFill>
                <a:latin typeface="Trebuchet MS"/>
                <a:cs typeface="Trebuchet MS"/>
              </a:rPr>
              <a:t> </a:t>
            </a:r>
            <a:r>
              <a:rPr sz="2400" spc="35" dirty="0">
                <a:solidFill>
                  <a:srgbClr val="1B1B0F"/>
                </a:solidFill>
                <a:latin typeface="Trebuchet MS"/>
                <a:cs typeface="Trebuchet MS"/>
              </a:rPr>
              <a:t>of </a:t>
            </a:r>
            <a:r>
              <a:rPr sz="2400" spc="55" dirty="0">
                <a:solidFill>
                  <a:srgbClr val="1B1B0F"/>
                </a:solidFill>
                <a:latin typeface="Trebuchet MS"/>
                <a:cs typeface="Trebuchet MS"/>
              </a:rPr>
              <a:t>different</a:t>
            </a:r>
            <a:r>
              <a:rPr sz="2400" spc="35" dirty="0">
                <a:solidFill>
                  <a:srgbClr val="1B1B0F"/>
                </a:solidFill>
                <a:latin typeface="Trebuchet MS"/>
                <a:cs typeface="Trebuchet MS"/>
              </a:rPr>
              <a:t> </a:t>
            </a:r>
            <a:r>
              <a:rPr sz="2400" spc="90" dirty="0">
                <a:solidFill>
                  <a:srgbClr val="1B1B0F"/>
                </a:solidFill>
                <a:latin typeface="Trebuchet MS"/>
                <a:cs typeface="Trebuchet MS"/>
              </a:rPr>
              <a:t>intensities</a:t>
            </a:r>
            <a:endParaRPr sz="2400">
              <a:latin typeface="Trebuchet MS"/>
              <a:cs typeface="Trebuchet MS"/>
            </a:endParaRPr>
          </a:p>
          <a:p>
            <a:pPr marL="280035" indent="-267335">
              <a:lnSpc>
                <a:spcPct val="100000"/>
              </a:lnSpc>
              <a:spcBef>
                <a:spcPts val="2000"/>
              </a:spcBef>
              <a:buChar char="•"/>
              <a:tabLst>
                <a:tab pos="280035" algn="l"/>
              </a:tabLst>
            </a:pPr>
            <a:r>
              <a:rPr sz="2400" spc="125" dirty="0">
                <a:solidFill>
                  <a:srgbClr val="1B1B0F"/>
                </a:solidFill>
                <a:latin typeface="Trebuchet MS"/>
                <a:cs typeface="Trebuchet MS"/>
              </a:rPr>
              <a:t>This</a:t>
            </a:r>
            <a:r>
              <a:rPr sz="2400" spc="35" dirty="0">
                <a:solidFill>
                  <a:srgbClr val="1B1B0F"/>
                </a:solidFill>
                <a:latin typeface="Trebuchet MS"/>
                <a:cs typeface="Trebuchet MS"/>
              </a:rPr>
              <a:t> </a:t>
            </a:r>
            <a:r>
              <a:rPr sz="2400" spc="185" dirty="0">
                <a:solidFill>
                  <a:srgbClr val="1B1B0F"/>
                </a:solidFill>
                <a:latin typeface="Trebuchet MS"/>
                <a:cs typeface="Trebuchet MS"/>
              </a:rPr>
              <a:t>gives</a:t>
            </a:r>
            <a:r>
              <a:rPr sz="2400" spc="55" dirty="0">
                <a:solidFill>
                  <a:srgbClr val="1B1B0F"/>
                </a:solidFill>
                <a:latin typeface="Trebuchet MS"/>
                <a:cs typeface="Trebuchet MS"/>
              </a:rPr>
              <a:t> </a:t>
            </a:r>
            <a:r>
              <a:rPr sz="2400" spc="235" dirty="0">
                <a:solidFill>
                  <a:srgbClr val="1B1B0F"/>
                </a:solidFill>
                <a:latin typeface="Trebuchet MS"/>
                <a:cs typeface="Trebuchet MS"/>
              </a:rPr>
              <a:t>us</a:t>
            </a:r>
            <a:r>
              <a:rPr sz="2400" spc="55" dirty="0">
                <a:solidFill>
                  <a:srgbClr val="1B1B0F"/>
                </a:solidFill>
                <a:latin typeface="Trebuchet MS"/>
                <a:cs typeface="Trebuchet MS"/>
              </a:rPr>
              <a:t> </a:t>
            </a:r>
            <a:r>
              <a:rPr sz="2400" spc="155" dirty="0">
                <a:solidFill>
                  <a:srgbClr val="1B1B0F"/>
                </a:solidFill>
                <a:latin typeface="Trebuchet MS"/>
                <a:cs typeface="Trebuchet MS"/>
              </a:rPr>
              <a:t>sensation</a:t>
            </a:r>
            <a:r>
              <a:rPr sz="2400" spc="50" dirty="0">
                <a:solidFill>
                  <a:srgbClr val="1B1B0F"/>
                </a:solidFill>
                <a:latin typeface="Trebuchet MS"/>
                <a:cs typeface="Trebuchet MS"/>
              </a:rPr>
              <a:t> </a:t>
            </a:r>
            <a:r>
              <a:rPr sz="2400" spc="65" dirty="0">
                <a:solidFill>
                  <a:srgbClr val="1B1B0F"/>
                </a:solidFill>
                <a:latin typeface="Trebuchet MS"/>
                <a:cs typeface="Trebuchet MS"/>
              </a:rPr>
              <a:t>of</a:t>
            </a:r>
            <a:r>
              <a:rPr sz="2400" spc="55" dirty="0">
                <a:solidFill>
                  <a:srgbClr val="1B1B0F"/>
                </a:solidFill>
                <a:latin typeface="Trebuchet MS"/>
                <a:cs typeface="Trebuchet MS"/>
              </a:rPr>
              <a:t> </a:t>
            </a:r>
            <a:r>
              <a:rPr sz="2400" spc="90" dirty="0">
                <a:solidFill>
                  <a:srgbClr val="1B1B0F"/>
                </a:solidFill>
                <a:latin typeface="Trebuchet MS"/>
                <a:cs typeface="Trebuchet MS"/>
              </a:rPr>
              <a:t>color</a:t>
            </a:r>
            <a:r>
              <a:rPr sz="2400" spc="50" dirty="0">
                <a:solidFill>
                  <a:srgbClr val="1B1B0F"/>
                </a:solidFill>
                <a:latin typeface="Trebuchet MS"/>
                <a:cs typeface="Trebuchet MS"/>
              </a:rPr>
              <a:t> </a:t>
            </a:r>
            <a:r>
              <a:rPr sz="2400" spc="145" dirty="0">
                <a:solidFill>
                  <a:srgbClr val="1B1B0F"/>
                </a:solidFill>
                <a:latin typeface="Trebuchet MS"/>
                <a:cs typeface="Trebuchet MS"/>
              </a:rPr>
              <a:t>images.</a:t>
            </a:r>
            <a:endParaRPr sz="2400">
              <a:latin typeface="Trebuchet MS"/>
              <a:cs typeface="Trebuchet MS"/>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spc="-10" dirty="0"/>
              <a:t>Types</a:t>
            </a:r>
            <a:r>
              <a:rPr spc="-135" dirty="0"/>
              <a:t> </a:t>
            </a:r>
            <a:r>
              <a:rPr dirty="0"/>
              <a:t>of</a:t>
            </a:r>
            <a:r>
              <a:rPr spc="-130" dirty="0"/>
              <a:t> </a:t>
            </a:r>
            <a:r>
              <a:rPr dirty="0"/>
              <a:t>Graphics</a:t>
            </a:r>
            <a:r>
              <a:rPr spc="-130" dirty="0"/>
              <a:t> </a:t>
            </a:r>
            <a:r>
              <a:rPr spc="-10" dirty="0"/>
              <a:t>Devices</a:t>
            </a:r>
          </a:p>
        </p:txBody>
      </p:sp>
      <p:sp>
        <p:nvSpPr>
          <p:cNvPr id="3" name="object 3"/>
          <p:cNvSpPr txBox="1"/>
          <p:nvPr/>
        </p:nvSpPr>
        <p:spPr>
          <a:xfrm>
            <a:off x="870026" y="2389949"/>
            <a:ext cx="3413760" cy="1011555"/>
          </a:xfrm>
          <a:prstGeom prst="rect">
            <a:avLst/>
          </a:prstGeom>
        </p:spPr>
        <p:txBody>
          <a:bodyPr vert="horz" wrap="square" lIns="0" tIns="12700" rIns="0" bIns="0" rtlCol="0">
            <a:spAutoFit/>
          </a:bodyPr>
          <a:lstStyle/>
          <a:p>
            <a:pPr marL="280035" indent="-267335">
              <a:lnSpc>
                <a:spcPct val="100000"/>
              </a:lnSpc>
              <a:spcBef>
                <a:spcPts val="100"/>
              </a:spcBef>
              <a:buChar char="•"/>
              <a:tabLst>
                <a:tab pos="280035" algn="l"/>
              </a:tabLst>
            </a:pPr>
            <a:r>
              <a:rPr sz="2400" spc="80" dirty="0">
                <a:solidFill>
                  <a:srgbClr val="1B1B0F"/>
                </a:solidFill>
                <a:latin typeface="Trebuchet MS"/>
                <a:cs typeface="Trebuchet MS"/>
              </a:rPr>
              <a:t>Vector</a:t>
            </a:r>
            <a:r>
              <a:rPr sz="2400" spc="60" dirty="0">
                <a:solidFill>
                  <a:srgbClr val="1B1B0F"/>
                </a:solidFill>
                <a:latin typeface="Trebuchet MS"/>
                <a:cs typeface="Trebuchet MS"/>
              </a:rPr>
              <a:t> </a:t>
            </a:r>
            <a:r>
              <a:rPr sz="2400" spc="215" dirty="0">
                <a:solidFill>
                  <a:srgbClr val="1B1B0F"/>
                </a:solidFill>
                <a:latin typeface="Trebuchet MS"/>
                <a:cs typeface="Trebuchet MS"/>
              </a:rPr>
              <a:t>Scan</a:t>
            </a:r>
            <a:r>
              <a:rPr sz="2400" spc="55" dirty="0">
                <a:solidFill>
                  <a:srgbClr val="1B1B0F"/>
                </a:solidFill>
                <a:latin typeface="Trebuchet MS"/>
                <a:cs typeface="Trebuchet MS"/>
              </a:rPr>
              <a:t> </a:t>
            </a:r>
            <a:r>
              <a:rPr sz="2400" spc="170" dirty="0">
                <a:solidFill>
                  <a:srgbClr val="1B1B0F"/>
                </a:solidFill>
                <a:latin typeface="Trebuchet MS"/>
                <a:cs typeface="Trebuchet MS"/>
              </a:rPr>
              <a:t>Devices</a:t>
            </a:r>
            <a:endParaRPr sz="2400">
              <a:latin typeface="Trebuchet MS"/>
              <a:cs typeface="Trebuchet MS"/>
            </a:endParaRPr>
          </a:p>
          <a:p>
            <a:pPr marL="280035" indent="-267335">
              <a:lnSpc>
                <a:spcPct val="100000"/>
              </a:lnSpc>
              <a:spcBef>
                <a:spcPts val="2000"/>
              </a:spcBef>
              <a:buChar char="•"/>
              <a:tabLst>
                <a:tab pos="280035" algn="l"/>
              </a:tabLst>
            </a:pPr>
            <a:r>
              <a:rPr sz="2400" spc="140" dirty="0">
                <a:solidFill>
                  <a:srgbClr val="1B1B0F"/>
                </a:solidFill>
                <a:latin typeface="Trebuchet MS"/>
                <a:cs typeface="Trebuchet MS"/>
              </a:rPr>
              <a:t>Raster</a:t>
            </a:r>
            <a:r>
              <a:rPr sz="2400" spc="55" dirty="0">
                <a:solidFill>
                  <a:srgbClr val="1B1B0F"/>
                </a:solidFill>
                <a:latin typeface="Trebuchet MS"/>
                <a:cs typeface="Trebuchet MS"/>
              </a:rPr>
              <a:t> </a:t>
            </a:r>
            <a:r>
              <a:rPr sz="2400" spc="220" dirty="0">
                <a:solidFill>
                  <a:srgbClr val="1B1B0F"/>
                </a:solidFill>
                <a:latin typeface="Trebuchet MS"/>
                <a:cs typeface="Trebuchet MS"/>
              </a:rPr>
              <a:t>Scan</a:t>
            </a:r>
            <a:r>
              <a:rPr sz="2400" spc="70" dirty="0">
                <a:solidFill>
                  <a:srgbClr val="1B1B0F"/>
                </a:solidFill>
                <a:latin typeface="Trebuchet MS"/>
                <a:cs typeface="Trebuchet MS"/>
              </a:rPr>
              <a:t> </a:t>
            </a:r>
            <a:r>
              <a:rPr sz="2400" spc="170" dirty="0">
                <a:solidFill>
                  <a:srgbClr val="1B1B0F"/>
                </a:solidFill>
                <a:latin typeface="Trebuchet MS"/>
                <a:cs typeface="Trebuchet MS"/>
              </a:rPr>
              <a:t>Devices</a:t>
            </a:r>
            <a:endParaRPr sz="2400">
              <a:latin typeface="Trebuchet MS"/>
              <a:cs typeface="Trebuchet MS"/>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spc="-10" dirty="0"/>
              <a:t>Vector</a:t>
            </a:r>
            <a:r>
              <a:rPr spc="-190" dirty="0"/>
              <a:t> </a:t>
            </a:r>
            <a:r>
              <a:rPr dirty="0"/>
              <a:t>Scan</a:t>
            </a:r>
            <a:r>
              <a:rPr spc="-185" dirty="0"/>
              <a:t> </a:t>
            </a:r>
            <a:r>
              <a:rPr spc="-10" dirty="0"/>
              <a:t>Devices</a:t>
            </a:r>
          </a:p>
        </p:txBody>
      </p:sp>
      <p:sp>
        <p:nvSpPr>
          <p:cNvPr id="3" name="object 3"/>
          <p:cNvSpPr txBox="1"/>
          <p:nvPr/>
        </p:nvSpPr>
        <p:spPr>
          <a:xfrm>
            <a:off x="870026" y="2389949"/>
            <a:ext cx="7325359" cy="2982595"/>
          </a:xfrm>
          <a:prstGeom prst="rect">
            <a:avLst/>
          </a:prstGeom>
        </p:spPr>
        <p:txBody>
          <a:bodyPr vert="horz" wrap="square" lIns="0" tIns="12700" rIns="0" bIns="0" rtlCol="0">
            <a:spAutoFit/>
          </a:bodyPr>
          <a:lstStyle/>
          <a:p>
            <a:pPr marL="280035" marR="5080" indent="-267970">
              <a:lnSpc>
                <a:spcPct val="100000"/>
              </a:lnSpc>
              <a:spcBef>
                <a:spcPts val="100"/>
              </a:spcBef>
              <a:buChar char="•"/>
              <a:tabLst>
                <a:tab pos="280035" algn="l"/>
              </a:tabLst>
            </a:pPr>
            <a:r>
              <a:rPr sz="2400" spc="120" dirty="0">
                <a:solidFill>
                  <a:srgbClr val="1B1B0F"/>
                </a:solidFill>
                <a:latin typeface="Trebuchet MS"/>
                <a:cs typeface="Trebuchet MS"/>
              </a:rPr>
              <a:t>Excites</a:t>
            </a:r>
            <a:r>
              <a:rPr sz="2400" spc="45" dirty="0">
                <a:solidFill>
                  <a:srgbClr val="1B1B0F"/>
                </a:solidFill>
                <a:latin typeface="Trebuchet MS"/>
                <a:cs typeface="Trebuchet MS"/>
              </a:rPr>
              <a:t> </a:t>
            </a:r>
            <a:r>
              <a:rPr sz="2400" spc="135" dirty="0">
                <a:solidFill>
                  <a:srgbClr val="1B1B0F"/>
                </a:solidFill>
                <a:latin typeface="Trebuchet MS"/>
                <a:cs typeface="Trebuchet MS"/>
              </a:rPr>
              <a:t>only</a:t>
            </a:r>
            <a:r>
              <a:rPr sz="2400" spc="45" dirty="0">
                <a:solidFill>
                  <a:srgbClr val="1B1B0F"/>
                </a:solidFill>
                <a:latin typeface="Trebuchet MS"/>
                <a:cs typeface="Trebuchet MS"/>
              </a:rPr>
              <a:t> </a:t>
            </a:r>
            <a:r>
              <a:rPr sz="2400" spc="150" dirty="0">
                <a:solidFill>
                  <a:srgbClr val="1B1B0F"/>
                </a:solidFill>
                <a:latin typeface="Trebuchet MS"/>
                <a:cs typeface="Trebuchet MS"/>
              </a:rPr>
              <a:t>those</a:t>
            </a:r>
            <a:r>
              <a:rPr sz="2400" spc="55" dirty="0">
                <a:solidFill>
                  <a:srgbClr val="1B1B0F"/>
                </a:solidFill>
                <a:latin typeface="Trebuchet MS"/>
                <a:cs typeface="Trebuchet MS"/>
              </a:rPr>
              <a:t> </a:t>
            </a:r>
            <a:r>
              <a:rPr sz="2400" spc="110" dirty="0">
                <a:solidFill>
                  <a:srgbClr val="1B1B0F"/>
                </a:solidFill>
                <a:latin typeface="Trebuchet MS"/>
                <a:cs typeface="Trebuchet MS"/>
              </a:rPr>
              <a:t>pixels</a:t>
            </a:r>
            <a:r>
              <a:rPr sz="2400" spc="45" dirty="0">
                <a:solidFill>
                  <a:srgbClr val="1B1B0F"/>
                </a:solidFill>
                <a:latin typeface="Trebuchet MS"/>
                <a:cs typeface="Trebuchet MS"/>
              </a:rPr>
              <a:t> </a:t>
            </a:r>
            <a:r>
              <a:rPr sz="2400" spc="130" dirty="0">
                <a:solidFill>
                  <a:srgbClr val="1B1B0F"/>
                </a:solidFill>
                <a:latin typeface="Trebuchet MS"/>
                <a:cs typeface="Trebuchet MS"/>
              </a:rPr>
              <a:t>which</a:t>
            </a:r>
            <a:r>
              <a:rPr sz="2400" spc="45" dirty="0">
                <a:solidFill>
                  <a:srgbClr val="1B1B0F"/>
                </a:solidFill>
                <a:latin typeface="Trebuchet MS"/>
                <a:cs typeface="Trebuchet MS"/>
              </a:rPr>
              <a:t> </a:t>
            </a:r>
            <a:r>
              <a:rPr sz="2400" spc="114" dirty="0">
                <a:solidFill>
                  <a:srgbClr val="1B1B0F"/>
                </a:solidFill>
                <a:latin typeface="Trebuchet MS"/>
                <a:cs typeface="Trebuchet MS"/>
              </a:rPr>
              <a:t>are</a:t>
            </a:r>
            <a:r>
              <a:rPr sz="2400" spc="45" dirty="0">
                <a:solidFill>
                  <a:srgbClr val="1B1B0F"/>
                </a:solidFill>
                <a:latin typeface="Trebuchet MS"/>
                <a:cs typeface="Trebuchet MS"/>
              </a:rPr>
              <a:t> </a:t>
            </a:r>
            <a:r>
              <a:rPr sz="2400" spc="114" dirty="0">
                <a:solidFill>
                  <a:srgbClr val="1B1B0F"/>
                </a:solidFill>
                <a:latin typeface="Trebuchet MS"/>
                <a:cs typeface="Trebuchet MS"/>
              </a:rPr>
              <a:t>the</a:t>
            </a:r>
            <a:r>
              <a:rPr sz="2400" spc="55" dirty="0">
                <a:solidFill>
                  <a:srgbClr val="1B1B0F"/>
                </a:solidFill>
                <a:latin typeface="Trebuchet MS"/>
                <a:cs typeface="Trebuchet MS"/>
              </a:rPr>
              <a:t> </a:t>
            </a:r>
            <a:r>
              <a:rPr sz="2400" spc="100" dirty="0">
                <a:solidFill>
                  <a:srgbClr val="1B1B0F"/>
                </a:solidFill>
                <a:latin typeface="Trebuchet MS"/>
                <a:cs typeface="Trebuchet MS"/>
              </a:rPr>
              <a:t>part</a:t>
            </a:r>
            <a:r>
              <a:rPr sz="2400" spc="55" dirty="0">
                <a:solidFill>
                  <a:srgbClr val="1B1B0F"/>
                </a:solidFill>
                <a:latin typeface="Trebuchet MS"/>
                <a:cs typeface="Trebuchet MS"/>
              </a:rPr>
              <a:t> </a:t>
            </a:r>
            <a:r>
              <a:rPr sz="2400" spc="35" dirty="0">
                <a:solidFill>
                  <a:srgbClr val="1B1B0F"/>
                </a:solidFill>
                <a:latin typeface="Trebuchet MS"/>
                <a:cs typeface="Trebuchet MS"/>
              </a:rPr>
              <a:t>of </a:t>
            </a:r>
            <a:r>
              <a:rPr sz="2400" spc="190" dirty="0">
                <a:solidFill>
                  <a:srgbClr val="1B1B0F"/>
                </a:solidFill>
                <a:latin typeface="Trebuchet MS"/>
                <a:cs typeface="Trebuchet MS"/>
              </a:rPr>
              <a:t>image</a:t>
            </a:r>
            <a:r>
              <a:rPr sz="2400" spc="55" dirty="0">
                <a:solidFill>
                  <a:srgbClr val="1B1B0F"/>
                </a:solidFill>
                <a:latin typeface="Trebuchet MS"/>
                <a:cs typeface="Trebuchet MS"/>
              </a:rPr>
              <a:t> </a:t>
            </a:r>
            <a:r>
              <a:rPr sz="2400" spc="75" dirty="0">
                <a:solidFill>
                  <a:srgbClr val="1B1B0F"/>
                </a:solidFill>
                <a:latin typeface="Trebuchet MS"/>
                <a:cs typeface="Trebuchet MS"/>
              </a:rPr>
              <a:t>primitives.</a:t>
            </a:r>
            <a:endParaRPr sz="2400">
              <a:latin typeface="Trebuchet MS"/>
              <a:cs typeface="Trebuchet MS"/>
            </a:endParaRPr>
          </a:p>
          <a:p>
            <a:pPr marL="280035" indent="-267335">
              <a:lnSpc>
                <a:spcPct val="100000"/>
              </a:lnSpc>
              <a:spcBef>
                <a:spcPts val="2000"/>
              </a:spcBef>
              <a:buChar char="•"/>
              <a:tabLst>
                <a:tab pos="280035" algn="l"/>
              </a:tabLst>
            </a:pPr>
            <a:r>
              <a:rPr sz="2400" dirty="0">
                <a:solidFill>
                  <a:srgbClr val="1B1B0F"/>
                </a:solidFill>
                <a:latin typeface="Trebuchet MS"/>
                <a:cs typeface="Trebuchet MS"/>
              </a:rPr>
              <a:t>It</a:t>
            </a:r>
            <a:r>
              <a:rPr sz="2400" spc="50" dirty="0">
                <a:solidFill>
                  <a:srgbClr val="1B1B0F"/>
                </a:solidFill>
                <a:latin typeface="Trebuchet MS"/>
                <a:cs typeface="Trebuchet MS"/>
              </a:rPr>
              <a:t> </a:t>
            </a:r>
            <a:r>
              <a:rPr sz="2400" spc="90" dirty="0">
                <a:solidFill>
                  <a:srgbClr val="1B1B0F"/>
                </a:solidFill>
                <a:latin typeface="Trebuchet MS"/>
                <a:cs typeface="Trebuchet MS"/>
              </a:rPr>
              <a:t>require</a:t>
            </a:r>
            <a:r>
              <a:rPr sz="2400" spc="60" dirty="0">
                <a:solidFill>
                  <a:srgbClr val="1B1B0F"/>
                </a:solidFill>
                <a:latin typeface="Trebuchet MS"/>
                <a:cs typeface="Trebuchet MS"/>
              </a:rPr>
              <a:t> </a:t>
            </a:r>
            <a:r>
              <a:rPr sz="2400" spc="150" dirty="0">
                <a:solidFill>
                  <a:srgbClr val="1B1B0F"/>
                </a:solidFill>
                <a:latin typeface="Trebuchet MS"/>
                <a:cs typeface="Trebuchet MS"/>
              </a:rPr>
              <a:t>complex</a:t>
            </a:r>
            <a:r>
              <a:rPr sz="2400" spc="60" dirty="0">
                <a:solidFill>
                  <a:srgbClr val="1B1B0F"/>
                </a:solidFill>
                <a:latin typeface="Trebuchet MS"/>
                <a:cs typeface="Trebuchet MS"/>
              </a:rPr>
              <a:t> </a:t>
            </a:r>
            <a:r>
              <a:rPr sz="2400" spc="95" dirty="0">
                <a:solidFill>
                  <a:srgbClr val="1B1B0F"/>
                </a:solidFill>
                <a:latin typeface="Trebuchet MS"/>
                <a:cs typeface="Trebuchet MS"/>
              </a:rPr>
              <a:t>hardware.</a:t>
            </a:r>
            <a:endParaRPr sz="2400">
              <a:latin typeface="Trebuchet MS"/>
              <a:cs typeface="Trebuchet MS"/>
            </a:endParaRPr>
          </a:p>
          <a:p>
            <a:pPr marL="280035" indent="-267335">
              <a:lnSpc>
                <a:spcPct val="100000"/>
              </a:lnSpc>
              <a:spcBef>
                <a:spcPts val="2000"/>
              </a:spcBef>
              <a:buChar char="•"/>
              <a:tabLst>
                <a:tab pos="280035" algn="l"/>
              </a:tabLst>
            </a:pPr>
            <a:r>
              <a:rPr sz="2400" spc="165" dirty="0">
                <a:solidFill>
                  <a:srgbClr val="1B1B0F"/>
                </a:solidFill>
                <a:latin typeface="Trebuchet MS"/>
                <a:cs typeface="Trebuchet MS"/>
              </a:rPr>
              <a:t>Expensive</a:t>
            </a:r>
            <a:endParaRPr sz="2400">
              <a:latin typeface="Trebuchet MS"/>
              <a:cs typeface="Trebuchet MS"/>
            </a:endParaRPr>
          </a:p>
          <a:p>
            <a:pPr marL="280035" marR="648335" indent="-267970">
              <a:lnSpc>
                <a:spcPct val="100000"/>
              </a:lnSpc>
              <a:spcBef>
                <a:spcPts val="2000"/>
              </a:spcBef>
              <a:buChar char="•"/>
              <a:tabLst>
                <a:tab pos="280035" algn="l"/>
              </a:tabLst>
            </a:pPr>
            <a:r>
              <a:rPr sz="2400" spc="55" dirty="0">
                <a:solidFill>
                  <a:srgbClr val="1B1B0F"/>
                </a:solidFill>
                <a:latin typeface="Trebuchet MS"/>
                <a:cs typeface="Trebuchet MS"/>
              </a:rPr>
              <a:t>Flickr </a:t>
            </a:r>
            <a:r>
              <a:rPr sz="2400" spc="250" dirty="0">
                <a:solidFill>
                  <a:srgbClr val="1B1B0F"/>
                </a:solidFill>
                <a:latin typeface="Trebuchet MS"/>
                <a:cs typeface="Trebuchet MS"/>
              </a:rPr>
              <a:t>may</a:t>
            </a:r>
            <a:r>
              <a:rPr sz="2400" spc="50" dirty="0">
                <a:solidFill>
                  <a:srgbClr val="1B1B0F"/>
                </a:solidFill>
                <a:latin typeface="Trebuchet MS"/>
                <a:cs typeface="Trebuchet MS"/>
              </a:rPr>
              <a:t> </a:t>
            </a:r>
            <a:r>
              <a:rPr sz="2400" spc="155" dirty="0">
                <a:solidFill>
                  <a:srgbClr val="1B1B0F"/>
                </a:solidFill>
                <a:latin typeface="Trebuchet MS"/>
                <a:cs typeface="Trebuchet MS"/>
              </a:rPr>
              <a:t>appear</a:t>
            </a:r>
            <a:r>
              <a:rPr sz="2400" spc="50" dirty="0">
                <a:solidFill>
                  <a:srgbClr val="1B1B0F"/>
                </a:solidFill>
                <a:latin typeface="Trebuchet MS"/>
                <a:cs typeface="Trebuchet MS"/>
              </a:rPr>
              <a:t> </a:t>
            </a:r>
            <a:r>
              <a:rPr sz="2400" spc="55" dirty="0">
                <a:solidFill>
                  <a:srgbClr val="1B1B0F"/>
                </a:solidFill>
                <a:latin typeface="Trebuchet MS"/>
                <a:cs typeface="Trebuchet MS"/>
              </a:rPr>
              <a:t>for</a:t>
            </a:r>
            <a:r>
              <a:rPr sz="2400" spc="50" dirty="0">
                <a:solidFill>
                  <a:srgbClr val="1B1B0F"/>
                </a:solidFill>
                <a:latin typeface="Trebuchet MS"/>
                <a:cs typeface="Trebuchet MS"/>
              </a:rPr>
              <a:t> </a:t>
            </a:r>
            <a:r>
              <a:rPr sz="2400" spc="155" dirty="0">
                <a:solidFill>
                  <a:srgbClr val="1B1B0F"/>
                </a:solidFill>
                <a:latin typeface="Trebuchet MS"/>
                <a:cs typeface="Trebuchet MS"/>
              </a:rPr>
              <a:t>complex</a:t>
            </a:r>
            <a:r>
              <a:rPr sz="2400" spc="50" dirty="0">
                <a:solidFill>
                  <a:srgbClr val="1B1B0F"/>
                </a:solidFill>
                <a:latin typeface="Trebuchet MS"/>
                <a:cs typeface="Trebuchet MS"/>
              </a:rPr>
              <a:t> </a:t>
            </a:r>
            <a:r>
              <a:rPr sz="2400" spc="180" dirty="0">
                <a:solidFill>
                  <a:srgbClr val="1B1B0F"/>
                </a:solidFill>
                <a:latin typeface="Trebuchet MS"/>
                <a:cs typeface="Trebuchet MS"/>
              </a:rPr>
              <a:t>scene</a:t>
            </a:r>
            <a:r>
              <a:rPr sz="2400" spc="45" dirty="0">
                <a:solidFill>
                  <a:srgbClr val="1B1B0F"/>
                </a:solidFill>
                <a:latin typeface="Trebuchet MS"/>
                <a:cs typeface="Trebuchet MS"/>
              </a:rPr>
              <a:t> </a:t>
            </a:r>
            <a:r>
              <a:rPr sz="2400" spc="240" dirty="0">
                <a:solidFill>
                  <a:srgbClr val="1B1B0F"/>
                </a:solidFill>
                <a:latin typeface="Trebuchet MS"/>
                <a:cs typeface="Trebuchet MS"/>
              </a:rPr>
              <a:t>as</a:t>
            </a:r>
            <a:r>
              <a:rPr sz="2400" spc="55" dirty="0">
                <a:solidFill>
                  <a:srgbClr val="1B1B0F"/>
                </a:solidFill>
                <a:latin typeface="Trebuchet MS"/>
                <a:cs typeface="Trebuchet MS"/>
              </a:rPr>
              <a:t> </a:t>
            </a:r>
            <a:r>
              <a:rPr sz="2400" spc="-25" dirty="0">
                <a:solidFill>
                  <a:srgbClr val="1B1B0F"/>
                </a:solidFill>
                <a:latin typeface="Trebuchet MS"/>
                <a:cs typeface="Trebuchet MS"/>
              </a:rPr>
              <a:t>it </a:t>
            </a:r>
            <a:r>
              <a:rPr sz="2400" spc="110" dirty="0">
                <a:solidFill>
                  <a:srgbClr val="1B1B0F"/>
                </a:solidFill>
                <a:latin typeface="Trebuchet MS"/>
                <a:cs typeface="Trebuchet MS"/>
              </a:rPr>
              <a:t>excites</a:t>
            </a:r>
            <a:r>
              <a:rPr sz="2400" spc="45" dirty="0">
                <a:solidFill>
                  <a:srgbClr val="1B1B0F"/>
                </a:solidFill>
                <a:latin typeface="Trebuchet MS"/>
                <a:cs typeface="Trebuchet MS"/>
              </a:rPr>
              <a:t> </a:t>
            </a:r>
            <a:r>
              <a:rPr sz="2400" spc="185" dirty="0">
                <a:solidFill>
                  <a:srgbClr val="1B1B0F"/>
                </a:solidFill>
                <a:latin typeface="Trebuchet MS"/>
                <a:cs typeface="Trebuchet MS"/>
              </a:rPr>
              <a:t>random</a:t>
            </a:r>
            <a:r>
              <a:rPr sz="2400" spc="50" dirty="0">
                <a:solidFill>
                  <a:srgbClr val="1B1B0F"/>
                </a:solidFill>
                <a:latin typeface="Trebuchet MS"/>
                <a:cs typeface="Trebuchet MS"/>
              </a:rPr>
              <a:t> </a:t>
            </a:r>
            <a:r>
              <a:rPr sz="2400" spc="60" dirty="0">
                <a:solidFill>
                  <a:srgbClr val="1B1B0F"/>
                </a:solidFill>
                <a:latin typeface="Trebuchet MS"/>
                <a:cs typeface="Trebuchet MS"/>
              </a:rPr>
              <a:t>pixels.</a:t>
            </a:r>
            <a:endParaRPr sz="2400">
              <a:latin typeface="Trebuchet MS"/>
              <a:cs typeface="Trebuchet MS"/>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Raster</a:t>
            </a:r>
            <a:r>
              <a:rPr spc="-114" dirty="0"/>
              <a:t> </a:t>
            </a:r>
            <a:r>
              <a:rPr dirty="0"/>
              <a:t>Scan</a:t>
            </a:r>
            <a:r>
              <a:rPr spc="-114" dirty="0"/>
              <a:t> </a:t>
            </a:r>
            <a:r>
              <a:rPr spc="-10" dirty="0"/>
              <a:t>Device</a:t>
            </a:r>
          </a:p>
        </p:txBody>
      </p:sp>
      <p:sp>
        <p:nvSpPr>
          <p:cNvPr id="3" name="object 3"/>
          <p:cNvSpPr txBox="1"/>
          <p:nvPr/>
        </p:nvSpPr>
        <p:spPr>
          <a:xfrm>
            <a:off x="870026" y="2101583"/>
            <a:ext cx="7372350" cy="4335145"/>
          </a:xfrm>
          <a:prstGeom prst="rect">
            <a:avLst/>
          </a:prstGeom>
        </p:spPr>
        <p:txBody>
          <a:bodyPr vert="horz" wrap="square" lIns="0" tIns="12700" rIns="0" bIns="0" rtlCol="0">
            <a:spAutoFit/>
          </a:bodyPr>
          <a:lstStyle/>
          <a:p>
            <a:pPr marL="280035" marR="127635" indent="-267970">
              <a:lnSpc>
                <a:spcPct val="100000"/>
              </a:lnSpc>
              <a:spcBef>
                <a:spcPts val="100"/>
              </a:spcBef>
              <a:buChar char="•"/>
              <a:tabLst>
                <a:tab pos="280035" algn="l"/>
              </a:tabLst>
            </a:pPr>
            <a:r>
              <a:rPr sz="2400" dirty="0">
                <a:solidFill>
                  <a:srgbClr val="1B1B0F"/>
                </a:solidFill>
                <a:latin typeface="Trebuchet MS"/>
                <a:cs typeface="Trebuchet MS"/>
              </a:rPr>
              <a:t>To</a:t>
            </a:r>
            <a:r>
              <a:rPr sz="2400" spc="45" dirty="0">
                <a:solidFill>
                  <a:srgbClr val="1B1B0F"/>
                </a:solidFill>
                <a:latin typeface="Trebuchet MS"/>
                <a:cs typeface="Trebuchet MS"/>
              </a:rPr>
              <a:t> </a:t>
            </a:r>
            <a:r>
              <a:rPr sz="2400" spc="114" dirty="0">
                <a:solidFill>
                  <a:srgbClr val="1B1B0F"/>
                </a:solidFill>
                <a:latin typeface="Trebuchet MS"/>
                <a:cs typeface="Trebuchet MS"/>
              </a:rPr>
              <a:t>render</a:t>
            </a:r>
            <a:r>
              <a:rPr sz="2400" spc="40" dirty="0">
                <a:solidFill>
                  <a:srgbClr val="1B1B0F"/>
                </a:solidFill>
                <a:latin typeface="Trebuchet MS"/>
                <a:cs typeface="Trebuchet MS"/>
              </a:rPr>
              <a:t> </a:t>
            </a:r>
            <a:r>
              <a:rPr sz="2400" spc="200" dirty="0">
                <a:solidFill>
                  <a:srgbClr val="1B1B0F"/>
                </a:solidFill>
                <a:latin typeface="Trebuchet MS"/>
                <a:cs typeface="Trebuchet MS"/>
              </a:rPr>
              <a:t>a</a:t>
            </a:r>
            <a:r>
              <a:rPr sz="2400" spc="50" dirty="0">
                <a:solidFill>
                  <a:srgbClr val="1B1B0F"/>
                </a:solidFill>
                <a:latin typeface="Trebuchet MS"/>
                <a:cs typeface="Trebuchet MS"/>
              </a:rPr>
              <a:t> </a:t>
            </a:r>
            <a:r>
              <a:rPr sz="2400" spc="110" dirty="0">
                <a:solidFill>
                  <a:srgbClr val="1B1B0F"/>
                </a:solidFill>
                <a:latin typeface="Trebuchet MS"/>
                <a:cs typeface="Trebuchet MS"/>
              </a:rPr>
              <a:t>raster</a:t>
            </a:r>
            <a:r>
              <a:rPr sz="2400" spc="35" dirty="0">
                <a:solidFill>
                  <a:srgbClr val="1B1B0F"/>
                </a:solidFill>
                <a:latin typeface="Trebuchet MS"/>
                <a:cs typeface="Trebuchet MS"/>
              </a:rPr>
              <a:t> </a:t>
            </a:r>
            <a:r>
              <a:rPr sz="2400" spc="140" dirty="0">
                <a:solidFill>
                  <a:srgbClr val="1B1B0F"/>
                </a:solidFill>
                <a:latin typeface="Trebuchet MS"/>
                <a:cs typeface="Trebuchet MS"/>
              </a:rPr>
              <a:t>image,</a:t>
            </a:r>
            <a:r>
              <a:rPr sz="2400" spc="45" dirty="0">
                <a:solidFill>
                  <a:srgbClr val="1B1B0F"/>
                </a:solidFill>
                <a:latin typeface="Trebuchet MS"/>
                <a:cs typeface="Trebuchet MS"/>
              </a:rPr>
              <a:t> </a:t>
            </a:r>
            <a:r>
              <a:rPr sz="2400" dirty="0">
                <a:solidFill>
                  <a:srgbClr val="1B1B0F"/>
                </a:solidFill>
                <a:latin typeface="Trebuchet MS"/>
                <a:cs typeface="Trebuchet MS"/>
              </a:rPr>
              <a:t>all</a:t>
            </a:r>
            <a:r>
              <a:rPr sz="2400" spc="45" dirty="0">
                <a:solidFill>
                  <a:srgbClr val="1B1B0F"/>
                </a:solidFill>
                <a:latin typeface="Trebuchet MS"/>
                <a:cs typeface="Trebuchet MS"/>
              </a:rPr>
              <a:t> </a:t>
            </a:r>
            <a:r>
              <a:rPr sz="2400" spc="114" dirty="0">
                <a:solidFill>
                  <a:srgbClr val="1B1B0F"/>
                </a:solidFill>
                <a:latin typeface="Trebuchet MS"/>
                <a:cs typeface="Trebuchet MS"/>
              </a:rPr>
              <a:t>the</a:t>
            </a:r>
            <a:r>
              <a:rPr sz="2400" spc="35" dirty="0">
                <a:solidFill>
                  <a:srgbClr val="1B1B0F"/>
                </a:solidFill>
                <a:latin typeface="Trebuchet MS"/>
                <a:cs typeface="Trebuchet MS"/>
              </a:rPr>
              <a:t> </a:t>
            </a:r>
            <a:r>
              <a:rPr sz="2400" spc="110" dirty="0">
                <a:solidFill>
                  <a:srgbClr val="1B1B0F"/>
                </a:solidFill>
                <a:latin typeface="Trebuchet MS"/>
                <a:cs typeface="Trebuchet MS"/>
              </a:rPr>
              <a:t>pixels</a:t>
            </a:r>
            <a:r>
              <a:rPr sz="2400" spc="40" dirty="0">
                <a:solidFill>
                  <a:srgbClr val="1B1B0F"/>
                </a:solidFill>
                <a:latin typeface="Trebuchet MS"/>
                <a:cs typeface="Trebuchet MS"/>
              </a:rPr>
              <a:t> </a:t>
            </a:r>
            <a:r>
              <a:rPr sz="2400" spc="180" dirty="0">
                <a:solidFill>
                  <a:srgbClr val="1B1B0F"/>
                </a:solidFill>
                <a:latin typeface="Trebuchet MS"/>
                <a:cs typeface="Trebuchet MS"/>
              </a:rPr>
              <a:t>on</a:t>
            </a:r>
            <a:r>
              <a:rPr sz="2400" spc="50" dirty="0">
                <a:solidFill>
                  <a:srgbClr val="1B1B0F"/>
                </a:solidFill>
                <a:latin typeface="Trebuchet MS"/>
                <a:cs typeface="Trebuchet MS"/>
              </a:rPr>
              <a:t> </a:t>
            </a:r>
            <a:r>
              <a:rPr sz="2400" spc="85" dirty="0">
                <a:solidFill>
                  <a:srgbClr val="1B1B0F"/>
                </a:solidFill>
                <a:latin typeface="Trebuchet MS"/>
                <a:cs typeface="Trebuchet MS"/>
              </a:rPr>
              <a:t>the </a:t>
            </a:r>
            <a:r>
              <a:rPr sz="2400" spc="145" dirty="0">
                <a:solidFill>
                  <a:srgbClr val="1B1B0F"/>
                </a:solidFill>
                <a:latin typeface="Trebuchet MS"/>
                <a:cs typeface="Trebuchet MS"/>
              </a:rPr>
              <a:t>screen</a:t>
            </a:r>
            <a:r>
              <a:rPr sz="2400" spc="50" dirty="0">
                <a:solidFill>
                  <a:srgbClr val="1B1B0F"/>
                </a:solidFill>
                <a:latin typeface="Trebuchet MS"/>
                <a:cs typeface="Trebuchet MS"/>
              </a:rPr>
              <a:t> </a:t>
            </a:r>
            <a:r>
              <a:rPr sz="2400" spc="120" dirty="0">
                <a:solidFill>
                  <a:srgbClr val="1B1B0F"/>
                </a:solidFill>
                <a:latin typeface="Trebuchet MS"/>
                <a:cs typeface="Trebuchet MS"/>
              </a:rPr>
              <a:t>are</a:t>
            </a:r>
            <a:r>
              <a:rPr sz="2400" spc="45" dirty="0">
                <a:solidFill>
                  <a:srgbClr val="1B1B0F"/>
                </a:solidFill>
                <a:latin typeface="Trebuchet MS"/>
                <a:cs typeface="Trebuchet MS"/>
              </a:rPr>
              <a:t> </a:t>
            </a:r>
            <a:r>
              <a:rPr sz="2400" spc="100" dirty="0">
                <a:solidFill>
                  <a:srgbClr val="1B1B0F"/>
                </a:solidFill>
                <a:latin typeface="Trebuchet MS"/>
                <a:cs typeface="Trebuchet MS"/>
              </a:rPr>
              <a:t>considered.</a:t>
            </a:r>
            <a:endParaRPr sz="2400">
              <a:latin typeface="Trebuchet MS"/>
              <a:cs typeface="Trebuchet MS"/>
            </a:endParaRPr>
          </a:p>
          <a:p>
            <a:pPr marL="280035" marR="8890" indent="-267970">
              <a:lnSpc>
                <a:spcPct val="100000"/>
              </a:lnSpc>
              <a:spcBef>
                <a:spcPts val="2010"/>
              </a:spcBef>
              <a:buChar char="•"/>
              <a:tabLst>
                <a:tab pos="280035" algn="l"/>
              </a:tabLst>
            </a:pPr>
            <a:r>
              <a:rPr sz="2400" spc="85" dirty="0">
                <a:solidFill>
                  <a:srgbClr val="1B1B0F"/>
                </a:solidFill>
                <a:latin typeface="Trebuchet MS"/>
                <a:cs typeface="Trebuchet MS"/>
              </a:rPr>
              <a:t>Pixels</a:t>
            </a:r>
            <a:r>
              <a:rPr sz="2400" spc="55" dirty="0">
                <a:solidFill>
                  <a:srgbClr val="1B1B0F"/>
                </a:solidFill>
                <a:latin typeface="Trebuchet MS"/>
                <a:cs typeface="Trebuchet MS"/>
              </a:rPr>
              <a:t> </a:t>
            </a:r>
            <a:r>
              <a:rPr sz="2400" spc="114" dirty="0">
                <a:solidFill>
                  <a:srgbClr val="1B1B0F"/>
                </a:solidFill>
                <a:latin typeface="Trebuchet MS"/>
                <a:cs typeface="Trebuchet MS"/>
              </a:rPr>
              <a:t>are</a:t>
            </a:r>
            <a:r>
              <a:rPr sz="2400" spc="60" dirty="0">
                <a:solidFill>
                  <a:srgbClr val="1B1B0F"/>
                </a:solidFill>
                <a:latin typeface="Trebuchet MS"/>
                <a:cs typeface="Trebuchet MS"/>
              </a:rPr>
              <a:t> </a:t>
            </a:r>
            <a:r>
              <a:rPr sz="2400" spc="185" dirty="0">
                <a:solidFill>
                  <a:srgbClr val="1B1B0F"/>
                </a:solidFill>
                <a:latin typeface="Trebuchet MS"/>
                <a:cs typeface="Trebuchet MS"/>
              </a:rPr>
              <a:t>scanned</a:t>
            </a:r>
            <a:r>
              <a:rPr sz="2400" spc="70" dirty="0">
                <a:solidFill>
                  <a:srgbClr val="1B1B0F"/>
                </a:solidFill>
                <a:latin typeface="Trebuchet MS"/>
                <a:cs typeface="Trebuchet MS"/>
              </a:rPr>
              <a:t> </a:t>
            </a:r>
            <a:r>
              <a:rPr sz="2400" spc="114" dirty="0">
                <a:solidFill>
                  <a:srgbClr val="1B1B0F"/>
                </a:solidFill>
                <a:latin typeface="Trebuchet MS"/>
                <a:cs typeface="Trebuchet MS"/>
              </a:rPr>
              <a:t>sequentially</a:t>
            </a:r>
            <a:r>
              <a:rPr sz="2400" spc="45" dirty="0">
                <a:solidFill>
                  <a:srgbClr val="1B1B0F"/>
                </a:solidFill>
                <a:latin typeface="Trebuchet MS"/>
                <a:cs typeface="Trebuchet MS"/>
              </a:rPr>
              <a:t> </a:t>
            </a:r>
            <a:r>
              <a:rPr sz="2400" spc="105" dirty="0">
                <a:solidFill>
                  <a:srgbClr val="1B1B0F"/>
                </a:solidFill>
                <a:latin typeface="Trebuchet MS"/>
                <a:cs typeface="Trebuchet MS"/>
              </a:rPr>
              <a:t>top</a:t>
            </a:r>
            <a:r>
              <a:rPr sz="2400" spc="60" dirty="0">
                <a:solidFill>
                  <a:srgbClr val="1B1B0F"/>
                </a:solidFill>
                <a:latin typeface="Trebuchet MS"/>
                <a:cs typeface="Trebuchet MS"/>
              </a:rPr>
              <a:t> </a:t>
            </a:r>
            <a:r>
              <a:rPr sz="2400" spc="75" dirty="0">
                <a:solidFill>
                  <a:srgbClr val="1B1B0F"/>
                </a:solidFill>
                <a:latin typeface="Trebuchet MS"/>
                <a:cs typeface="Trebuchet MS"/>
              </a:rPr>
              <a:t>to</a:t>
            </a:r>
            <a:r>
              <a:rPr sz="2400" spc="50" dirty="0">
                <a:solidFill>
                  <a:srgbClr val="1B1B0F"/>
                </a:solidFill>
                <a:latin typeface="Trebuchet MS"/>
                <a:cs typeface="Trebuchet MS"/>
              </a:rPr>
              <a:t> </a:t>
            </a:r>
            <a:r>
              <a:rPr sz="2400" spc="80" dirty="0">
                <a:solidFill>
                  <a:srgbClr val="1B1B0F"/>
                </a:solidFill>
                <a:latin typeface="Trebuchet MS"/>
                <a:cs typeface="Trebuchet MS"/>
              </a:rPr>
              <a:t>bottom, </a:t>
            </a:r>
            <a:r>
              <a:rPr sz="2400" dirty="0">
                <a:solidFill>
                  <a:srgbClr val="1B1B0F"/>
                </a:solidFill>
                <a:latin typeface="Trebuchet MS"/>
                <a:cs typeface="Trebuchet MS"/>
              </a:rPr>
              <a:t>left</a:t>
            </a:r>
            <a:r>
              <a:rPr sz="2400" spc="35" dirty="0">
                <a:solidFill>
                  <a:srgbClr val="1B1B0F"/>
                </a:solidFill>
                <a:latin typeface="Trebuchet MS"/>
                <a:cs typeface="Trebuchet MS"/>
              </a:rPr>
              <a:t> </a:t>
            </a:r>
            <a:r>
              <a:rPr sz="2400" spc="75" dirty="0">
                <a:solidFill>
                  <a:srgbClr val="1B1B0F"/>
                </a:solidFill>
                <a:latin typeface="Trebuchet MS"/>
                <a:cs typeface="Trebuchet MS"/>
              </a:rPr>
              <a:t>to</a:t>
            </a:r>
            <a:r>
              <a:rPr sz="2400" spc="40" dirty="0">
                <a:solidFill>
                  <a:srgbClr val="1B1B0F"/>
                </a:solidFill>
                <a:latin typeface="Trebuchet MS"/>
                <a:cs typeface="Trebuchet MS"/>
              </a:rPr>
              <a:t> </a:t>
            </a:r>
            <a:r>
              <a:rPr sz="2400" spc="50" dirty="0">
                <a:solidFill>
                  <a:srgbClr val="1B1B0F"/>
                </a:solidFill>
                <a:latin typeface="Trebuchet MS"/>
                <a:cs typeface="Trebuchet MS"/>
              </a:rPr>
              <a:t>right.</a:t>
            </a:r>
            <a:endParaRPr sz="2400">
              <a:latin typeface="Trebuchet MS"/>
              <a:cs typeface="Trebuchet MS"/>
            </a:endParaRPr>
          </a:p>
          <a:p>
            <a:pPr marL="280035" marR="5080" indent="-267970">
              <a:lnSpc>
                <a:spcPct val="100000"/>
              </a:lnSpc>
              <a:spcBef>
                <a:spcPts val="2000"/>
              </a:spcBef>
              <a:buChar char="•"/>
              <a:tabLst>
                <a:tab pos="280035" algn="l"/>
              </a:tabLst>
            </a:pPr>
            <a:r>
              <a:rPr sz="2400" spc="125" dirty="0">
                <a:solidFill>
                  <a:srgbClr val="1B1B0F"/>
                </a:solidFill>
                <a:latin typeface="Trebuchet MS"/>
                <a:cs typeface="Trebuchet MS"/>
              </a:rPr>
              <a:t>Video</a:t>
            </a:r>
            <a:r>
              <a:rPr sz="2400" spc="60" dirty="0">
                <a:solidFill>
                  <a:srgbClr val="1B1B0F"/>
                </a:solidFill>
                <a:latin typeface="Trebuchet MS"/>
                <a:cs typeface="Trebuchet MS"/>
              </a:rPr>
              <a:t> </a:t>
            </a:r>
            <a:r>
              <a:rPr sz="2400" spc="80" dirty="0">
                <a:solidFill>
                  <a:srgbClr val="1B1B0F"/>
                </a:solidFill>
                <a:latin typeface="Trebuchet MS"/>
                <a:cs typeface="Trebuchet MS"/>
              </a:rPr>
              <a:t>Controller</a:t>
            </a:r>
            <a:r>
              <a:rPr sz="2400" spc="55" dirty="0">
                <a:solidFill>
                  <a:srgbClr val="1B1B0F"/>
                </a:solidFill>
                <a:latin typeface="Trebuchet MS"/>
                <a:cs typeface="Trebuchet MS"/>
              </a:rPr>
              <a:t> </a:t>
            </a:r>
            <a:r>
              <a:rPr sz="2400" spc="90" dirty="0">
                <a:solidFill>
                  <a:srgbClr val="1B1B0F"/>
                </a:solidFill>
                <a:latin typeface="Trebuchet MS"/>
                <a:cs typeface="Trebuchet MS"/>
              </a:rPr>
              <a:t>start</a:t>
            </a:r>
            <a:r>
              <a:rPr sz="2400" spc="60" dirty="0">
                <a:solidFill>
                  <a:srgbClr val="1B1B0F"/>
                </a:solidFill>
                <a:latin typeface="Trebuchet MS"/>
                <a:cs typeface="Trebuchet MS"/>
              </a:rPr>
              <a:t> </a:t>
            </a:r>
            <a:r>
              <a:rPr sz="2400" spc="110" dirty="0">
                <a:solidFill>
                  <a:srgbClr val="1B1B0F"/>
                </a:solidFill>
                <a:latin typeface="Trebuchet MS"/>
                <a:cs typeface="Trebuchet MS"/>
              </a:rPr>
              <a:t>from</a:t>
            </a:r>
            <a:r>
              <a:rPr sz="2400" spc="65" dirty="0">
                <a:solidFill>
                  <a:srgbClr val="1B1B0F"/>
                </a:solidFill>
                <a:latin typeface="Trebuchet MS"/>
                <a:cs typeface="Trebuchet MS"/>
              </a:rPr>
              <a:t> </a:t>
            </a:r>
            <a:r>
              <a:rPr sz="2400" spc="70" dirty="0">
                <a:solidFill>
                  <a:srgbClr val="1B1B0F"/>
                </a:solidFill>
                <a:latin typeface="Trebuchet MS"/>
                <a:cs typeface="Trebuchet MS"/>
              </a:rPr>
              <a:t>top-</a:t>
            </a:r>
            <a:r>
              <a:rPr sz="2400" dirty="0">
                <a:solidFill>
                  <a:srgbClr val="1B1B0F"/>
                </a:solidFill>
                <a:latin typeface="Trebuchet MS"/>
                <a:cs typeface="Trebuchet MS"/>
              </a:rPr>
              <a:t>left</a:t>
            </a:r>
            <a:r>
              <a:rPr sz="2400" spc="45" dirty="0">
                <a:solidFill>
                  <a:srgbClr val="1B1B0F"/>
                </a:solidFill>
                <a:latin typeface="Trebuchet MS"/>
                <a:cs typeface="Trebuchet MS"/>
              </a:rPr>
              <a:t> </a:t>
            </a:r>
            <a:r>
              <a:rPr sz="2400" spc="190" dirty="0">
                <a:solidFill>
                  <a:srgbClr val="1B1B0F"/>
                </a:solidFill>
                <a:latin typeface="Trebuchet MS"/>
                <a:cs typeface="Trebuchet MS"/>
              </a:rPr>
              <a:t>and</a:t>
            </a:r>
            <a:r>
              <a:rPr sz="2400" spc="60" dirty="0">
                <a:solidFill>
                  <a:srgbClr val="1B1B0F"/>
                </a:solidFill>
                <a:latin typeface="Trebuchet MS"/>
                <a:cs typeface="Trebuchet MS"/>
              </a:rPr>
              <a:t> </a:t>
            </a:r>
            <a:r>
              <a:rPr sz="2400" spc="160" dirty="0">
                <a:solidFill>
                  <a:srgbClr val="1B1B0F"/>
                </a:solidFill>
                <a:latin typeface="Trebuchet MS"/>
                <a:cs typeface="Trebuchet MS"/>
              </a:rPr>
              <a:t>checks </a:t>
            </a:r>
            <a:r>
              <a:rPr sz="2400" dirty="0">
                <a:solidFill>
                  <a:srgbClr val="1B1B0F"/>
                </a:solidFill>
                <a:latin typeface="Trebuchet MS"/>
                <a:cs typeface="Trebuchet MS"/>
              </a:rPr>
              <a:t>if</a:t>
            </a:r>
            <a:r>
              <a:rPr sz="2400" spc="30" dirty="0">
                <a:solidFill>
                  <a:srgbClr val="1B1B0F"/>
                </a:solidFill>
                <a:latin typeface="Trebuchet MS"/>
                <a:cs typeface="Trebuchet MS"/>
              </a:rPr>
              <a:t> </a:t>
            </a:r>
            <a:r>
              <a:rPr sz="2400" spc="110" dirty="0">
                <a:solidFill>
                  <a:srgbClr val="1B1B0F"/>
                </a:solidFill>
                <a:latin typeface="Trebuchet MS"/>
                <a:cs typeface="Trebuchet MS"/>
              </a:rPr>
              <a:t>the</a:t>
            </a:r>
            <a:r>
              <a:rPr sz="2400" spc="30" dirty="0">
                <a:solidFill>
                  <a:srgbClr val="1B1B0F"/>
                </a:solidFill>
                <a:latin typeface="Trebuchet MS"/>
                <a:cs typeface="Trebuchet MS"/>
              </a:rPr>
              <a:t> </a:t>
            </a:r>
            <a:r>
              <a:rPr sz="2400" spc="75" dirty="0">
                <a:solidFill>
                  <a:srgbClr val="1B1B0F"/>
                </a:solidFill>
                <a:latin typeface="Trebuchet MS"/>
                <a:cs typeface="Trebuchet MS"/>
              </a:rPr>
              <a:t>pixel</a:t>
            </a:r>
            <a:r>
              <a:rPr sz="2400" spc="35" dirty="0">
                <a:solidFill>
                  <a:srgbClr val="1B1B0F"/>
                </a:solidFill>
                <a:latin typeface="Trebuchet MS"/>
                <a:cs typeface="Trebuchet MS"/>
              </a:rPr>
              <a:t> </a:t>
            </a:r>
            <a:r>
              <a:rPr sz="2400" spc="190" dirty="0">
                <a:solidFill>
                  <a:srgbClr val="1B1B0F"/>
                </a:solidFill>
                <a:latin typeface="Trebuchet MS"/>
                <a:cs typeface="Trebuchet MS"/>
              </a:rPr>
              <a:t>needs</a:t>
            </a:r>
            <a:r>
              <a:rPr sz="2400" spc="30" dirty="0">
                <a:solidFill>
                  <a:srgbClr val="1B1B0F"/>
                </a:solidFill>
                <a:latin typeface="Trebuchet MS"/>
                <a:cs typeface="Trebuchet MS"/>
              </a:rPr>
              <a:t> </a:t>
            </a:r>
            <a:r>
              <a:rPr sz="2400" spc="165" dirty="0">
                <a:solidFill>
                  <a:srgbClr val="1B1B0F"/>
                </a:solidFill>
                <a:latin typeface="Trebuchet MS"/>
                <a:cs typeface="Trebuchet MS"/>
              </a:rPr>
              <a:t>be</a:t>
            </a:r>
            <a:r>
              <a:rPr sz="2400" spc="30" dirty="0">
                <a:solidFill>
                  <a:srgbClr val="1B1B0F"/>
                </a:solidFill>
                <a:latin typeface="Trebuchet MS"/>
                <a:cs typeface="Trebuchet MS"/>
              </a:rPr>
              <a:t> </a:t>
            </a:r>
            <a:r>
              <a:rPr sz="2400" spc="55" dirty="0">
                <a:solidFill>
                  <a:srgbClr val="1B1B0F"/>
                </a:solidFill>
                <a:latin typeface="Trebuchet MS"/>
                <a:cs typeface="Trebuchet MS"/>
              </a:rPr>
              <a:t>excited.</a:t>
            </a:r>
            <a:endParaRPr sz="2400">
              <a:latin typeface="Trebuchet MS"/>
              <a:cs typeface="Trebuchet MS"/>
            </a:endParaRPr>
          </a:p>
          <a:p>
            <a:pPr marL="280035" marR="415925" indent="-267970">
              <a:lnSpc>
                <a:spcPct val="100000"/>
              </a:lnSpc>
              <a:spcBef>
                <a:spcPts val="2000"/>
              </a:spcBef>
              <a:buChar char="•"/>
              <a:tabLst>
                <a:tab pos="280035" algn="l"/>
              </a:tabLst>
            </a:pPr>
            <a:r>
              <a:rPr sz="2400" dirty="0">
                <a:solidFill>
                  <a:srgbClr val="1B1B0F"/>
                </a:solidFill>
                <a:latin typeface="Trebuchet MS"/>
                <a:cs typeface="Trebuchet MS"/>
              </a:rPr>
              <a:t>It</a:t>
            </a:r>
            <a:r>
              <a:rPr sz="2400" spc="35" dirty="0">
                <a:solidFill>
                  <a:srgbClr val="1B1B0F"/>
                </a:solidFill>
                <a:latin typeface="Trebuchet MS"/>
                <a:cs typeface="Trebuchet MS"/>
              </a:rPr>
              <a:t> </a:t>
            </a:r>
            <a:r>
              <a:rPr sz="2400" spc="110" dirty="0">
                <a:solidFill>
                  <a:srgbClr val="1B1B0F"/>
                </a:solidFill>
                <a:latin typeface="Trebuchet MS"/>
                <a:cs typeface="Trebuchet MS"/>
              </a:rPr>
              <a:t>excites</a:t>
            </a:r>
            <a:r>
              <a:rPr sz="2400" spc="50" dirty="0">
                <a:solidFill>
                  <a:srgbClr val="1B1B0F"/>
                </a:solidFill>
                <a:latin typeface="Trebuchet MS"/>
                <a:cs typeface="Trebuchet MS"/>
              </a:rPr>
              <a:t> </a:t>
            </a:r>
            <a:r>
              <a:rPr sz="2400" spc="105" dirty="0">
                <a:solidFill>
                  <a:srgbClr val="1B1B0F"/>
                </a:solidFill>
                <a:latin typeface="Trebuchet MS"/>
                <a:cs typeface="Trebuchet MS"/>
              </a:rPr>
              <a:t>or</a:t>
            </a:r>
            <a:r>
              <a:rPr sz="2400" spc="50" dirty="0">
                <a:solidFill>
                  <a:srgbClr val="1B1B0F"/>
                </a:solidFill>
                <a:latin typeface="Trebuchet MS"/>
                <a:cs typeface="Trebuchet MS"/>
              </a:rPr>
              <a:t> </a:t>
            </a:r>
            <a:r>
              <a:rPr sz="2400" spc="160" dirty="0">
                <a:solidFill>
                  <a:srgbClr val="1B1B0F"/>
                </a:solidFill>
                <a:latin typeface="Trebuchet MS"/>
                <a:cs typeface="Trebuchet MS"/>
              </a:rPr>
              <a:t>leaves</a:t>
            </a:r>
            <a:r>
              <a:rPr sz="2400" spc="50" dirty="0">
                <a:solidFill>
                  <a:srgbClr val="1B1B0F"/>
                </a:solidFill>
                <a:latin typeface="Trebuchet MS"/>
                <a:cs typeface="Trebuchet MS"/>
              </a:rPr>
              <a:t> </a:t>
            </a:r>
            <a:r>
              <a:rPr sz="2400" spc="110" dirty="0">
                <a:solidFill>
                  <a:srgbClr val="1B1B0F"/>
                </a:solidFill>
                <a:latin typeface="Trebuchet MS"/>
                <a:cs typeface="Trebuchet MS"/>
              </a:rPr>
              <a:t>pixels</a:t>
            </a:r>
            <a:r>
              <a:rPr sz="2400" spc="45" dirty="0">
                <a:solidFill>
                  <a:srgbClr val="1B1B0F"/>
                </a:solidFill>
                <a:latin typeface="Trebuchet MS"/>
                <a:cs typeface="Trebuchet MS"/>
              </a:rPr>
              <a:t> </a:t>
            </a:r>
            <a:r>
              <a:rPr sz="2400" spc="195" dirty="0">
                <a:solidFill>
                  <a:srgbClr val="1B1B0F"/>
                </a:solidFill>
                <a:latin typeface="Trebuchet MS"/>
                <a:cs typeface="Trebuchet MS"/>
              </a:rPr>
              <a:t>unchanged</a:t>
            </a:r>
            <a:r>
              <a:rPr sz="2400" spc="60" dirty="0">
                <a:solidFill>
                  <a:srgbClr val="1B1B0F"/>
                </a:solidFill>
                <a:latin typeface="Trebuchet MS"/>
                <a:cs typeface="Trebuchet MS"/>
              </a:rPr>
              <a:t> </a:t>
            </a:r>
            <a:r>
              <a:rPr sz="2400" spc="180" dirty="0">
                <a:solidFill>
                  <a:srgbClr val="1B1B0F"/>
                </a:solidFill>
                <a:latin typeface="Trebuchet MS"/>
                <a:cs typeface="Trebuchet MS"/>
              </a:rPr>
              <a:t>based upon</a:t>
            </a:r>
            <a:r>
              <a:rPr sz="2400" spc="50" dirty="0">
                <a:solidFill>
                  <a:srgbClr val="1B1B0F"/>
                </a:solidFill>
                <a:latin typeface="Trebuchet MS"/>
                <a:cs typeface="Trebuchet MS"/>
              </a:rPr>
              <a:t> </a:t>
            </a:r>
            <a:r>
              <a:rPr sz="2400" spc="114" dirty="0">
                <a:solidFill>
                  <a:srgbClr val="1B1B0F"/>
                </a:solidFill>
                <a:latin typeface="Trebuchet MS"/>
                <a:cs typeface="Trebuchet MS"/>
              </a:rPr>
              <a:t>the</a:t>
            </a:r>
            <a:r>
              <a:rPr sz="2400" spc="55" dirty="0">
                <a:solidFill>
                  <a:srgbClr val="1B1B0F"/>
                </a:solidFill>
                <a:latin typeface="Trebuchet MS"/>
                <a:cs typeface="Trebuchet MS"/>
              </a:rPr>
              <a:t> </a:t>
            </a:r>
            <a:r>
              <a:rPr sz="2400" spc="125" dirty="0">
                <a:solidFill>
                  <a:srgbClr val="1B1B0F"/>
                </a:solidFill>
                <a:latin typeface="Trebuchet MS"/>
                <a:cs typeface="Trebuchet MS"/>
              </a:rPr>
              <a:t>image.</a:t>
            </a:r>
            <a:endParaRPr sz="2400">
              <a:latin typeface="Trebuchet MS"/>
              <a:cs typeface="Trebuchet MS"/>
            </a:endParaRPr>
          </a:p>
          <a:p>
            <a:pPr marL="280035" indent="-267335">
              <a:lnSpc>
                <a:spcPct val="100000"/>
              </a:lnSpc>
              <a:spcBef>
                <a:spcPts val="2000"/>
              </a:spcBef>
              <a:buChar char="•"/>
              <a:tabLst>
                <a:tab pos="280035" algn="l"/>
              </a:tabLst>
            </a:pPr>
            <a:r>
              <a:rPr sz="2400" spc="125" dirty="0">
                <a:solidFill>
                  <a:srgbClr val="1B1B0F"/>
                </a:solidFill>
                <a:latin typeface="Trebuchet MS"/>
                <a:cs typeface="Trebuchet MS"/>
              </a:rPr>
              <a:t>This</a:t>
            </a:r>
            <a:r>
              <a:rPr sz="2400" spc="45" dirty="0">
                <a:solidFill>
                  <a:srgbClr val="1B1B0F"/>
                </a:solidFill>
                <a:latin typeface="Trebuchet MS"/>
                <a:cs typeface="Trebuchet MS"/>
              </a:rPr>
              <a:t> </a:t>
            </a:r>
            <a:r>
              <a:rPr sz="2400" spc="140" dirty="0">
                <a:solidFill>
                  <a:srgbClr val="1B1B0F"/>
                </a:solidFill>
                <a:latin typeface="Trebuchet MS"/>
                <a:cs typeface="Trebuchet MS"/>
              </a:rPr>
              <a:t>continues</a:t>
            </a:r>
            <a:r>
              <a:rPr sz="2400" spc="50" dirty="0">
                <a:solidFill>
                  <a:srgbClr val="1B1B0F"/>
                </a:solidFill>
                <a:latin typeface="Trebuchet MS"/>
                <a:cs typeface="Trebuchet MS"/>
              </a:rPr>
              <a:t> </a:t>
            </a:r>
            <a:r>
              <a:rPr sz="2400" spc="130" dirty="0">
                <a:solidFill>
                  <a:srgbClr val="1B1B0F"/>
                </a:solidFill>
                <a:latin typeface="Trebuchet MS"/>
                <a:cs typeface="Trebuchet MS"/>
              </a:rPr>
              <a:t>upto</a:t>
            </a:r>
            <a:r>
              <a:rPr sz="2400" spc="45" dirty="0">
                <a:solidFill>
                  <a:srgbClr val="1B1B0F"/>
                </a:solidFill>
                <a:latin typeface="Trebuchet MS"/>
                <a:cs typeface="Trebuchet MS"/>
              </a:rPr>
              <a:t> </a:t>
            </a:r>
            <a:r>
              <a:rPr sz="2400" spc="135" dirty="0">
                <a:solidFill>
                  <a:srgbClr val="1B1B0F"/>
                </a:solidFill>
                <a:latin typeface="Trebuchet MS"/>
                <a:cs typeface="Trebuchet MS"/>
              </a:rPr>
              <a:t>bottom</a:t>
            </a:r>
            <a:r>
              <a:rPr sz="2400" spc="55" dirty="0">
                <a:solidFill>
                  <a:srgbClr val="1B1B0F"/>
                </a:solidFill>
                <a:latin typeface="Trebuchet MS"/>
                <a:cs typeface="Trebuchet MS"/>
              </a:rPr>
              <a:t> </a:t>
            </a:r>
            <a:r>
              <a:rPr sz="2400" spc="100" dirty="0">
                <a:solidFill>
                  <a:srgbClr val="1B1B0F"/>
                </a:solidFill>
                <a:latin typeface="Trebuchet MS"/>
                <a:cs typeface="Trebuchet MS"/>
              </a:rPr>
              <a:t>right</a:t>
            </a:r>
            <a:r>
              <a:rPr sz="2400" spc="50" dirty="0">
                <a:solidFill>
                  <a:srgbClr val="1B1B0F"/>
                </a:solidFill>
                <a:latin typeface="Trebuchet MS"/>
                <a:cs typeface="Trebuchet MS"/>
              </a:rPr>
              <a:t> </a:t>
            </a:r>
            <a:r>
              <a:rPr sz="2400" spc="-10" dirty="0">
                <a:solidFill>
                  <a:srgbClr val="1B1B0F"/>
                </a:solidFill>
                <a:latin typeface="Trebuchet MS"/>
                <a:cs typeface="Trebuchet MS"/>
              </a:rPr>
              <a:t>pixel.</a:t>
            </a:r>
            <a:endParaRPr sz="2400">
              <a:latin typeface="Trebuchet MS"/>
              <a:cs typeface="Trebuchet MS"/>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Raster</a:t>
            </a:r>
            <a:r>
              <a:rPr spc="-114" dirty="0"/>
              <a:t> </a:t>
            </a:r>
            <a:r>
              <a:rPr dirty="0"/>
              <a:t>Scan</a:t>
            </a:r>
            <a:r>
              <a:rPr spc="-114" dirty="0"/>
              <a:t> </a:t>
            </a:r>
            <a:r>
              <a:rPr spc="-10" dirty="0"/>
              <a:t>Device</a:t>
            </a:r>
          </a:p>
        </p:txBody>
      </p:sp>
      <p:sp>
        <p:nvSpPr>
          <p:cNvPr id="3" name="object 3"/>
          <p:cNvSpPr txBox="1"/>
          <p:nvPr/>
        </p:nvSpPr>
        <p:spPr>
          <a:xfrm>
            <a:off x="870026" y="2389949"/>
            <a:ext cx="6610984" cy="1377315"/>
          </a:xfrm>
          <a:prstGeom prst="rect">
            <a:avLst/>
          </a:prstGeom>
        </p:spPr>
        <p:txBody>
          <a:bodyPr vert="horz" wrap="square" lIns="0" tIns="12700" rIns="0" bIns="0" rtlCol="0">
            <a:spAutoFit/>
          </a:bodyPr>
          <a:lstStyle/>
          <a:p>
            <a:pPr marL="280035" marR="134620" indent="-267970">
              <a:lnSpc>
                <a:spcPct val="100000"/>
              </a:lnSpc>
              <a:spcBef>
                <a:spcPts val="100"/>
              </a:spcBef>
              <a:buChar char="•"/>
              <a:tabLst>
                <a:tab pos="280035" algn="l"/>
              </a:tabLst>
            </a:pPr>
            <a:r>
              <a:rPr sz="2400" spc="140" dirty="0">
                <a:solidFill>
                  <a:srgbClr val="1B1B0F"/>
                </a:solidFill>
                <a:latin typeface="Trebuchet MS"/>
                <a:cs typeface="Trebuchet MS"/>
              </a:rPr>
              <a:t>The</a:t>
            </a:r>
            <a:r>
              <a:rPr sz="2400" spc="55" dirty="0">
                <a:solidFill>
                  <a:srgbClr val="1B1B0F"/>
                </a:solidFill>
                <a:latin typeface="Trebuchet MS"/>
                <a:cs typeface="Trebuchet MS"/>
              </a:rPr>
              <a:t> </a:t>
            </a:r>
            <a:r>
              <a:rPr sz="2400" spc="125" dirty="0">
                <a:solidFill>
                  <a:srgbClr val="1B1B0F"/>
                </a:solidFill>
                <a:latin typeface="Trebuchet MS"/>
                <a:cs typeface="Trebuchet MS"/>
              </a:rPr>
              <a:t>sequential</a:t>
            </a:r>
            <a:r>
              <a:rPr sz="2400" spc="60" dirty="0">
                <a:solidFill>
                  <a:srgbClr val="1B1B0F"/>
                </a:solidFill>
                <a:latin typeface="Trebuchet MS"/>
                <a:cs typeface="Trebuchet MS"/>
              </a:rPr>
              <a:t> </a:t>
            </a:r>
            <a:r>
              <a:rPr sz="2400" spc="125" dirty="0">
                <a:solidFill>
                  <a:srgbClr val="1B1B0F"/>
                </a:solidFill>
                <a:latin typeface="Trebuchet MS"/>
                <a:cs typeface="Trebuchet MS"/>
              </a:rPr>
              <a:t>consideration</a:t>
            </a:r>
            <a:r>
              <a:rPr sz="2400" spc="60" dirty="0">
                <a:solidFill>
                  <a:srgbClr val="1B1B0F"/>
                </a:solidFill>
                <a:latin typeface="Trebuchet MS"/>
                <a:cs typeface="Trebuchet MS"/>
              </a:rPr>
              <a:t> of</a:t>
            </a:r>
            <a:r>
              <a:rPr sz="2400" spc="55" dirty="0">
                <a:solidFill>
                  <a:srgbClr val="1B1B0F"/>
                </a:solidFill>
                <a:latin typeface="Trebuchet MS"/>
                <a:cs typeface="Trebuchet MS"/>
              </a:rPr>
              <a:t> </a:t>
            </a:r>
            <a:r>
              <a:rPr sz="2400" spc="110" dirty="0">
                <a:solidFill>
                  <a:srgbClr val="1B1B0F"/>
                </a:solidFill>
                <a:latin typeface="Trebuchet MS"/>
                <a:cs typeface="Trebuchet MS"/>
              </a:rPr>
              <a:t>pixels</a:t>
            </a:r>
            <a:r>
              <a:rPr sz="2400" spc="45" dirty="0">
                <a:solidFill>
                  <a:srgbClr val="1B1B0F"/>
                </a:solidFill>
                <a:latin typeface="Trebuchet MS"/>
                <a:cs typeface="Trebuchet MS"/>
              </a:rPr>
              <a:t> to </a:t>
            </a:r>
            <a:r>
              <a:rPr sz="2400" spc="80" dirty="0">
                <a:solidFill>
                  <a:srgbClr val="1B1B0F"/>
                </a:solidFill>
                <a:latin typeface="Trebuchet MS"/>
                <a:cs typeface="Trebuchet MS"/>
              </a:rPr>
              <a:t>excite</a:t>
            </a:r>
            <a:r>
              <a:rPr sz="2400" spc="50" dirty="0">
                <a:solidFill>
                  <a:srgbClr val="1B1B0F"/>
                </a:solidFill>
                <a:latin typeface="Trebuchet MS"/>
                <a:cs typeface="Trebuchet MS"/>
              </a:rPr>
              <a:t> </a:t>
            </a:r>
            <a:r>
              <a:rPr sz="2400" spc="120" dirty="0">
                <a:solidFill>
                  <a:srgbClr val="1B1B0F"/>
                </a:solidFill>
                <a:latin typeface="Trebuchet MS"/>
                <a:cs typeface="Trebuchet MS"/>
              </a:rPr>
              <a:t>is</a:t>
            </a:r>
            <a:r>
              <a:rPr sz="2400" spc="55" dirty="0">
                <a:solidFill>
                  <a:srgbClr val="1B1B0F"/>
                </a:solidFill>
                <a:latin typeface="Trebuchet MS"/>
                <a:cs typeface="Trebuchet MS"/>
              </a:rPr>
              <a:t> </a:t>
            </a:r>
            <a:r>
              <a:rPr sz="2400" spc="90" dirty="0">
                <a:solidFill>
                  <a:srgbClr val="1B1B0F"/>
                </a:solidFill>
                <a:latin typeface="Trebuchet MS"/>
                <a:cs typeface="Trebuchet MS"/>
              </a:rPr>
              <a:t>called</a:t>
            </a:r>
            <a:r>
              <a:rPr sz="2400" spc="55" dirty="0">
                <a:solidFill>
                  <a:srgbClr val="1B1B0F"/>
                </a:solidFill>
                <a:latin typeface="Trebuchet MS"/>
                <a:cs typeface="Trebuchet MS"/>
              </a:rPr>
              <a:t> </a:t>
            </a:r>
            <a:r>
              <a:rPr sz="2400" spc="135" dirty="0">
                <a:solidFill>
                  <a:srgbClr val="1B1B0F"/>
                </a:solidFill>
                <a:latin typeface="Trebuchet MS"/>
                <a:cs typeface="Trebuchet MS"/>
              </a:rPr>
              <a:t>scanning.</a:t>
            </a:r>
            <a:endParaRPr sz="2400">
              <a:latin typeface="Trebuchet MS"/>
              <a:cs typeface="Trebuchet MS"/>
            </a:endParaRPr>
          </a:p>
          <a:p>
            <a:pPr marL="280035" indent="-267335">
              <a:lnSpc>
                <a:spcPct val="100000"/>
              </a:lnSpc>
              <a:spcBef>
                <a:spcPts val="2000"/>
              </a:spcBef>
              <a:buChar char="•"/>
              <a:tabLst>
                <a:tab pos="280035" algn="l"/>
              </a:tabLst>
            </a:pPr>
            <a:r>
              <a:rPr sz="2400" spc="180" dirty="0">
                <a:solidFill>
                  <a:srgbClr val="1B1B0F"/>
                </a:solidFill>
                <a:latin typeface="Trebuchet MS"/>
                <a:cs typeface="Trebuchet MS"/>
              </a:rPr>
              <a:t>Each</a:t>
            </a:r>
            <a:r>
              <a:rPr sz="2400" spc="50" dirty="0">
                <a:solidFill>
                  <a:srgbClr val="1B1B0F"/>
                </a:solidFill>
                <a:latin typeface="Trebuchet MS"/>
                <a:cs typeface="Trebuchet MS"/>
              </a:rPr>
              <a:t> </a:t>
            </a:r>
            <a:r>
              <a:rPr sz="2400" spc="105" dirty="0">
                <a:solidFill>
                  <a:srgbClr val="1B1B0F"/>
                </a:solidFill>
                <a:latin typeface="Trebuchet MS"/>
                <a:cs typeface="Trebuchet MS"/>
              </a:rPr>
              <a:t>row</a:t>
            </a:r>
            <a:r>
              <a:rPr sz="2400" spc="55" dirty="0">
                <a:solidFill>
                  <a:srgbClr val="1B1B0F"/>
                </a:solidFill>
                <a:latin typeface="Trebuchet MS"/>
                <a:cs typeface="Trebuchet MS"/>
              </a:rPr>
              <a:t> </a:t>
            </a:r>
            <a:r>
              <a:rPr sz="2400" spc="65" dirty="0">
                <a:solidFill>
                  <a:srgbClr val="1B1B0F"/>
                </a:solidFill>
                <a:latin typeface="Trebuchet MS"/>
                <a:cs typeface="Trebuchet MS"/>
              </a:rPr>
              <a:t>of</a:t>
            </a:r>
            <a:r>
              <a:rPr sz="2400" spc="55" dirty="0">
                <a:solidFill>
                  <a:srgbClr val="1B1B0F"/>
                </a:solidFill>
                <a:latin typeface="Trebuchet MS"/>
                <a:cs typeface="Trebuchet MS"/>
              </a:rPr>
              <a:t> </a:t>
            </a:r>
            <a:r>
              <a:rPr sz="2400" spc="105" dirty="0">
                <a:solidFill>
                  <a:srgbClr val="1B1B0F"/>
                </a:solidFill>
                <a:latin typeface="Trebuchet MS"/>
                <a:cs typeface="Trebuchet MS"/>
              </a:rPr>
              <a:t>pixels</a:t>
            </a:r>
            <a:r>
              <a:rPr sz="2400" spc="55" dirty="0">
                <a:solidFill>
                  <a:srgbClr val="1B1B0F"/>
                </a:solidFill>
                <a:latin typeface="Trebuchet MS"/>
                <a:cs typeface="Trebuchet MS"/>
              </a:rPr>
              <a:t> </a:t>
            </a:r>
            <a:r>
              <a:rPr sz="2400" spc="120" dirty="0">
                <a:solidFill>
                  <a:srgbClr val="1B1B0F"/>
                </a:solidFill>
                <a:latin typeface="Trebuchet MS"/>
                <a:cs typeface="Trebuchet MS"/>
              </a:rPr>
              <a:t>is</a:t>
            </a:r>
            <a:r>
              <a:rPr sz="2400" spc="50" dirty="0">
                <a:solidFill>
                  <a:srgbClr val="1B1B0F"/>
                </a:solidFill>
                <a:latin typeface="Trebuchet MS"/>
                <a:cs typeface="Trebuchet MS"/>
              </a:rPr>
              <a:t> </a:t>
            </a:r>
            <a:r>
              <a:rPr sz="2400" spc="90" dirty="0">
                <a:solidFill>
                  <a:srgbClr val="1B1B0F"/>
                </a:solidFill>
                <a:latin typeface="Trebuchet MS"/>
                <a:cs typeface="Trebuchet MS"/>
              </a:rPr>
              <a:t>called</a:t>
            </a:r>
            <a:r>
              <a:rPr sz="2400" spc="65" dirty="0">
                <a:solidFill>
                  <a:srgbClr val="1B1B0F"/>
                </a:solidFill>
                <a:latin typeface="Trebuchet MS"/>
                <a:cs typeface="Trebuchet MS"/>
              </a:rPr>
              <a:t> </a:t>
            </a:r>
            <a:r>
              <a:rPr sz="2400" spc="180" dirty="0">
                <a:solidFill>
                  <a:srgbClr val="1B1B0F"/>
                </a:solidFill>
                <a:latin typeface="Trebuchet MS"/>
                <a:cs typeface="Trebuchet MS"/>
              </a:rPr>
              <a:t>scanning</a:t>
            </a:r>
            <a:r>
              <a:rPr sz="2400" spc="65" dirty="0">
                <a:solidFill>
                  <a:srgbClr val="1B1B0F"/>
                </a:solidFill>
                <a:latin typeface="Trebuchet MS"/>
                <a:cs typeface="Trebuchet MS"/>
              </a:rPr>
              <a:t> </a:t>
            </a:r>
            <a:r>
              <a:rPr sz="2400" spc="-10" dirty="0">
                <a:solidFill>
                  <a:srgbClr val="1B1B0F"/>
                </a:solidFill>
                <a:latin typeface="Trebuchet MS"/>
                <a:cs typeface="Trebuchet MS"/>
              </a:rPr>
              <a:t>line.</a:t>
            </a:r>
            <a:endParaRPr sz="2400">
              <a:latin typeface="Trebuchet MS"/>
              <a:cs typeface="Trebuchet MS"/>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3263" rIns="0" bIns="0" rtlCol="0">
            <a:spAutoFit/>
          </a:bodyPr>
          <a:lstStyle/>
          <a:p>
            <a:pPr marL="168275">
              <a:lnSpc>
                <a:spcPct val="100000"/>
              </a:lnSpc>
              <a:spcBef>
                <a:spcPts val="100"/>
              </a:spcBef>
            </a:pPr>
            <a:r>
              <a:rPr spc="-20" dirty="0"/>
              <a:t>Vector</a:t>
            </a:r>
            <a:r>
              <a:rPr spc="-260" dirty="0"/>
              <a:t> </a:t>
            </a:r>
            <a:r>
              <a:rPr spc="-10" dirty="0"/>
              <a:t>Image</a:t>
            </a:r>
          </a:p>
        </p:txBody>
      </p:sp>
      <p:sp>
        <p:nvSpPr>
          <p:cNvPr id="3" name="object 3"/>
          <p:cNvSpPr txBox="1"/>
          <p:nvPr/>
        </p:nvSpPr>
        <p:spPr>
          <a:xfrm>
            <a:off x="868578" y="1848865"/>
            <a:ext cx="7024370" cy="4954905"/>
          </a:xfrm>
          <a:prstGeom prst="rect">
            <a:avLst/>
          </a:prstGeom>
        </p:spPr>
        <p:txBody>
          <a:bodyPr vert="horz" wrap="square" lIns="0" tIns="12700" rIns="0" bIns="0" rtlCol="0">
            <a:spAutoFit/>
          </a:bodyPr>
          <a:lstStyle/>
          <a:p>
            <a:pPr marL="281940" marR="216535" indent="-269875" algn="just">
              <a:lnSpc>
                <a:spcPct val="100000"/>
              </a:lnSpc>
              <a:spcBef>
                <a:spcPts val="100"/>
              </a:spcBef>
              <a:buChar char="•"/>
              <a:tabLst>
                <a:tab pos="281940" algn="l"/>
              </a:tabLst>
            </a:pPr>
            <a:r>
              <a:rPr sz="2400" spc="210" dirty="0">
                <a:solidFill>
                  <a:srgbClr val="1B1B0F"/>
                </a:solidFill>
                <a:latin typeface="Trebuchet MS"/>
                <a:cs typeface="Trebuchet MS"/>
              </a:rPr>
              <a:t>Composed</a:t>
            </a:r>
            <a:r>
              <a:rPr sz="2400" spc="50" dirty="0">
                <a:solidFill>
                  <a:srgbClr val="1B1B0F"/>
                </a:solidFill>
                <a:latin typeface="Trebuchet MS"/>
                <a:cs typeface="Trebuchet MS"/>
              </a:rPr>
              <a:t> </a:t>
            </a:r>
            <a:r>
              <a:rPr sz="2400" spc="60" dirty="0">
                <a:solidFill>
                  <a:srgbClr val="1B1B0F"/>
                </a:solidFill>
                <a:latin typeface="Trebuchet MS"/>
                <a:cs typeface="Trebuchet MS"/>
              </a:rPr>
              <a:t>of</a:t>
            </a:r>
            <a:r>
              <a:rPr sz="2400" spc="55" dirty="0">
                <a:solidFill>
                  <a:srgbClr val="1B1B0F"/>
                </a:solidFill>
                <a:latin typeface="Trebuchet MS"/>
                <a:cs typeface="Trebuchet MS"/>
              </a:rPr>
              <a:t> </a:t>
            </a:r>
            <a:r>
              <a:rPr sz="2400" spc="135" dirty="0">
                <a:solidFill>
                  <a:srgbClr val="1B1B0F"/>
                </a:solidFill>
                <a:latin typeface="Trebuchet MS"/>
                <a:cs typeface="Trebuchet MS"/>
              </a:rPr>
              <a:t>mathematical</a:t>
            </a:r>
            <a:r>
              <a:rPr sz="2400" spc="60" dirty="0">
                <a:solidFill>
                  <a:srgbClr val="1B1B0F"/>
                </a:solidFill>
                <a:latin typeface="Trebuchet MS"/>
                <a:cs typeface="Trebuchet MS"/>
              </a:rPr>
              <a:t> </a:t>
            </a:r>
            <a:r>
              <a:rPr sz="2400" spc="114" dirty="0">
                <a:solidFill>
                  <a:srgbClr val="1B1B0F"/>
                </a:solidFill>
                <a:latin typeface="Trebuchet MS"/>
                <a:cs typeface="Trebuchet MS"/>
              </a:rPr>
              <a:t>formula</a:t>
            </a:r>
            <a:r>
              <a:rPr sz="2400" spc="60" dirty="0">
                <a:solidFill>
                  <a:srgbClr val="1B1B0F"/>
                </a:solidFill>
                <a:latin typeface="Trebuchet MS"/>
                <a:cs typeface="Trebuchet MS"/>
              </a:rPr>
              <a:t> </a:t>
            </a:r>
            <a:r>
              <a:rPr sz="2400" spc="120" dirty="0">
                <a:solidFill>
                  <a:srgbClr val="1B1B0F"/>
                </a:solidFill>
                <a:latin typeface="Trebuchet MS"/>
                <a:cs typeface="Trebuchet MS"/>
              </a:rPr>
              <a:t>which </a:t>
            </a:r>
            <a:r>
              <a:rPr sz="2400" spc="60" dirty="0">
                <a:solidFill>
                  <a:srgbClr val="1B1B0F"/>
                </a:solidFill>
                <a:latin typeface="Trebuchet MS"/>
                <a:cs typeface="Trebuchet MS"/>
              </a:rPr>
              <a:t>tells</a:t>
            </a:r>
            <a:r>
              <a:rPr sz="2400" spc="40" dirty="0">
                <a:solidFill>
                  <a:srgbClr val="1B1B0F"/>
                </a:solidFill>
                <a:latin typeface="Trebuchet MS"/>
                <a:cs typeface="Trebuchet MS"/>
              </a:rPr>
              <a:t> </a:t>
            </a:r>
            <a:r>
              <a:rPr sz="2400" spc="114" dirty="0">
                <a:solidFill>
                  <a:srgbClr val="1B1B0F"/>
                </a:solidFill>
                <a:latin typeface="Trebuchet MS"/>
                <a:cs typeface="Trebuchet MS"/>
              </a:rPr>
              <a:t>the</a:t>
            </a:r>
            <a:r>
              <a:rPr sz="2400" spc="55" dirty="0">
                <a:solidFill>
                  <a:srgbClr val="1B1B0F"/>
                </a:solidFill>
                <a:latin typeface="Trebuchet MS"/>
                <a:cs typeface="Trebuchet MS"/>
              </a:rPr>
              <a:t> </a:t>
            </a:r>
            <a:r>
              <a:rPr sz="2400" spc="135" dirty="0">
                <a:solidFill>
                  <a:srgbClr val="1B1B0F"/>
                </a:solidFill>
                <a:latin typeface="Trebuchet MS"/>
                <a:cs typeface="Trebuchet MS"/>
              </a:rPr>
              <a:t>path</a:t>
            </a:r>
            <a:r>
              <a:rPr sz="2400" spc="50" dirty="0">
                <a:solidFill>
                  <a:srgbClr val="1B1B0F"/>
                </a:solidFill>
                <a:latin typeface="Trebuchet MS"/>
                <a:cs typeface="Trebuchet MS"/>
              </a:rPr>
              <a:t> </a:t>
            </a:r>
            <a:r>
              <a:rPr sz="2400" spc="65" dirty="0">
                <a:solidFill>
                  <a:srgbClr val="1B1B0F"/>
                </a:solidFill>
                <a:latin typeface="Trebuchet MS"/>
                <a:cs typeface="Trebuchet MS"/>
              </a:rPr>
              <a:t>of</a:t>
            </a:r>
            <a:r>
              <a:rPr sz="2400" spc="50" dirty="0">
                <a:solidFill>
                  <a:srgbClr val="1B1B0F"/>
                </a:solidFill>
                <a:latin typeface="Trebuchet MS"/>
                <a:cs typeface="Trebuchet MS"/>
              </a:rPr>
              <a:t> </a:t>
            </a:r>
            <a:r>
              <a:rPr sz="2400" spc="190" dirty="0">
                <a:solidFill>
                  <a:srgbClr val="1B1B0F"/>
                </a:solidFill>
                <a:latin typeface="Trebuchet MS"/>
                <a:cs typeface="Trebuchet MS"/>
              </a:rPr>
              <a:t>image</a:t>
            </a:r>
            <a:r>
              <a:rPr sz="2400" spc="40" dirty="0">
                <a:solidFill>
                  <a:srgbClr val="1B1B0F"/>
                </a:solidFill>
                <a:latin typeface="Trebuchet MS"/>
                <a:cs typeface="Trebuchet MS"/>
              </a:rPr>
              <a:t> </a:t>
            </a:r>
            <a:r>
              <a:rPr sz="2400" spc="75" dirty="0">
                <a:solidFill>
                  <a:srgbClr val="1B1B0F"/>
                </a:solidFill>
                <a:latin typeface="Trebuchet MS"/>
                <a:cs typeface="Trebuchet MS"/>
              </a:rPr>
              <a:t>to</a:t>
            </a:r>
            <a:r>
              <a:rPr sz="2400" spc="45" dirty="0">
                <a:solidFill>
                  <a:srgbClr val="1B1B0F"/>
                </a:solidFill>
                <a:latin typeface="Trebuchet MS"/>
                <a:cs typeface="Trebuchet MS"/>
              </a:rPr>
              <a:t> </a:t>
            </a:r>
            <a:r>
              <a:rPr sz="2400" spc="160" dirty="0">
                <a:solidFill>
                  <a:srgbClr val="1B1B0F"/>
                </a:solidFill>
                <a:latin typeface="Trebuchet MS"/>
                <a:cs typeface="Trebuchet MS"/>
              </a:rPr>
              <a:t>be</a:t>
            </a:r>
            <a:r>
              <a:rPr sz="2400" spc="50" dirty="0">
                <a:solidFill>
                  <a:srgbClr val="1B1B0F"/>
                </a:solidFill>
                <a:latin typeface="Trebuchet MS"/>
                <a:cs typeface="Trebuchet MS"/>
              </a:rPr>
              <a:t> </a:t>
            </a:r>
            <a:r>
              <a:rPr sz="2400" spc="155" dirty="0">
                <a:solidFill>
                  <a:srgbClr val="1B1B0F"/>
                </a:solidFill>
                <a:latin typeface="Trebuchet MS"/>
                <a:cs typeface="Trebuchet MS"/>
              </a:rPr>
              <a:t>drawn</a:t>
            </a:r>
            <a:r>
              <a:rPr sz="2400" spc="50" dirty="0">
                <a:solidFill>
                  <a:srgbClr val="1B1B0F"/>
                </a:solidFill>
                <a:latin typeface="Trebuchet MS"/>
                <a:cs typeface="Trebuchet MS"/>
              </a:rPr>
              <a:t> </a:t>
            </a:r>
            <a:r>
              <a:rPr sz="2400" spc="190" dirty="0">
                <a:solidFill>
                  <a:srgbClr val="1B1B0F"/>
                </a:solidFill>
                <a:latin typeface="Trebuchet MS"/>
                <a:cs typeface="Trebuchet MS"/>
              </a:rPr>
              <a:t>and</a:t>
            </a:r>
            <a:r>
              <a:rPr sz="2400" spc="45" dirty="0">
                <a:solidFill>
                  <a:srgbClr val="1B1B0F"/>
                </a:solidFill>
                <a:latin typeface="Trebuchet MS"/>
                <a:cs typeface="Trebuchet MS"/>
              </a:rPr>
              <a:t> its </a:t>
            </a:r>
            <a:r>
              <a:rPr sz="2400" spc="-10" dirty="0">
                <a:solidFill>
                  <a:srgbClr val="1B1B0F"/>
                </a:solidFill>
                <a:latin typeface="Trebuchet MS"/>
                <a:cs typeface="Trebuchet MS"/>
              </a:rPr>
              <a:t>color.</a:t>
            </a:r>
            <a:endParaRPr sz="2400">
              <a:latin typeface="Trebuchet MS"/>
              <a:cs typeface="Trebuchet MS"/>
            </a:endParaRPr>
          </a:p>
          <a:p>
            <a:pPr marL="281940" indent="-269240">
              <a:lnSpc>
                <a:spcPct val="100000"/>
              </a:lnSpc>
              <a:spcBef>
                <a:spcPts val="2000"/>
              </a:spcBef>
              <a:buChar char="•"/>
              <a:tabLst>
                <a:tab pos="281940" algn="l"/>
              </a:tabLst>
            </a:pPr>
            <a:r>
              <a:rPr sz="2400" spc="210" dirty="0">
                <a:solidFill>
                  <a:srgbClr val="1B1B0F"/>
                </a:solidFill>
                <a:latin typeface="Trebuchet MS"/>
                <a:cs typeface="Trebuchet MS"/>
              </a:rPr>
              <a:t>Can</a:t>
            </a:r>
            <a:r>
              <a:rPr sz="2400" spc="60" dirty="0">
                <a:solidFill>
                  <a:srgbClr val="1B1B0F"/>
                </a:solidFill>
                <a:latin typeface="Trebuchet MS"/>
                <a:cs typeface="Trebuchet MS"/>
              </a:rPr>
              <a:t> </a:t>
            </a:r>
            <a:r>
              <a:rPr sz="2400" spc="160" dirty="0">
                <a:solidFill>
                  <a:srgbClr val="1B1B0F"/>
                </a:solidFill>
                <a:latin typeface="Trebuchet MS"/>
                <a:cs typeface="Trebuchet MS"/>
              </a:rPr>
              <a:t>be</a:t>
            </a:r>
            <a:r>
              <a:rPr sz="2400" spc="45" dirty="0">
                <a:solidFill>
                  <a:srgbClr val="1B1B0F"/>
                </a:solidFill>
                <a:latin typeface="Trebuchet MS"/>
                <a:cs typeface="Trebuchet MS"/>
              </a:rPr>
              <a:t> </a:t>
            </a:r>
            <a:r>
              <a:rPr sz="2400" spc="140" dirty="0">
                <a:solidFill>
                  <a:srgbClr val="1B1B0F"/>
                </a:solidFill>
                <a:latin typeface="Trebuchet MS"/>
                <a:cs typeface="Trebuchet MS"/>
              </a:rPr>
              <a:t>scaled</a:t>
            </a:r>
            <a:r>
              <a:rPr sz="2400" spc="50" dirty="0">
                <a:solidFill>
                  <a:srgbClr val="1B1B0F"/>
                </a:solidFill>
                <a:latin typeface="Trebuchet MS"/>
                <a:cs typeface="Trebuchet MS"/>
              </a:rPr>
              <a:t> </a:t>
            </a:r>
            <a:r>
              <a:rPr sz="2400" spc="45" dirty="0">
                <a:solidFill>
                  <a:srgbClr val="1B1B0F"/>
                </a:solidFill>
                <a:latin typeface="Trebuchet MS"/>
                <a:cs typeface="Trebuchet MS"/>
              </a:rPr>
              <a:t>infinitely</a:t>
            </a:r>
            <a:endParaRPr sz="2400">
              <a:latin typeface="Trebuchet MS"/>
              <a:cs typeface="Trebuchet MS"/>
            </a:endParaRPr>
          </a:p>
          <a:p>
            <a:pPr marL="281940" indent="-269240">
              <a:lnSpc>
                <a:spcPct val="100000"/>
              </a:lnSpc>
              <a:spcBef>
                <a:spcPts val="2000"/>
              </a:spcBef>
              <a:buChar char="•"/>
              <a:tabLst>
                <a:tab pos="281940" algn="l"/>
              </a:tabLst>
            </a:pPr>
            <a:r>
              <a:rPr sz="2400" spc="185" dirty="0">
                <a:solidFill>
                  <a:srgbClr val="1B1B0F"/>
                </a:solidFill>
                <a:latin typeface="Trebuchet MS"/>
                <a:cs typeface="Trebuchet MS"/>
              </a:rPr>
              <a:t>Good</a:t>
            </a:r>
            <a:r>
              <a:rPr sz="2400" spc="60" dirty="0">
                <a:solidFill>
                  <a:srgbClr val="1B1B0F"/>
                </a:solidFill>
                <a:latin typeface="Trebuchet MS"/>
                <a:cs typeface="Trebuchet MS"/>
              </a:rPr>
              <a:t> </a:t>
            </a:r>
            <a:r>
              <a:rPr sz="2400" spc="55" dirty="0">
                <a:solidFill>
                  <a:srgbClr val="1B1B0F"/>
                </a:solidFill>
                <a:latin typeface="Trebuchet MS"/>
                <a:cs typeface="Trebuchet MS"/>
              </a:rPr>
              <a:t>for</a:t>
            </a:r>
            <a:r>
              <a:rPr sz="2400" spc="70" dirty="0">
                <a:solidFill>
                  <a:srgbClr val="1B1B0F"/>
                </a:solidFill>
                <a:latin typeface="Trebuchet MS"/>
                <a:cs typeface="Trebuchet MS"/>
              </a:rPr>
              <a:t> </a:t>
            </a:r>
            <a:r>
              <a:rPr sz="2400" spc="140" dirty="0">
                <a:solidFill>
                  <a:srgbClr val="1B1B0F"/>
                </a:solidFill>
                <a:latin typeface="Trebuchet MS"/>
                <a:cs typeface="Trebuchet MS"/>
              </a:rPr>
              <a:t>simple</a:t>
            </a:r>
            <a:r>
              <a:rPr sz="2400" spc="65" dirty="0">
                <a:solidFill>
                  <a:srgbClr val="1B1B0F"/>
                </a:solidFill>
                <a:latin typeface="Trebuchet MS"/>
                <a:cs typeface="Trebuchet MS"/>
              </a:rPr>
              <a:t> </a:t>
            </a:r>
            <a:r>
              <a:rPr sz="2400" spc="70" dirty="0">
                <a:solidFill>
                  <a:srgbClr val="1B1B0F"/>
                </a:solidFill>
                <a:latin typeface="Trebuchet MS"/>
                <a:cs typeface="Trebuchet MS"/>
              </a:rPr>
              <a:t>line </a:t>
            </a:r>
            <a:r>
              <a:rPr sz="2400" dirty="0">
                <a:solidFill>
                  <a:srgbClr val="1B1B0F"/>
                </a:solidFill>
                <a:latin typeface="Trebuchet MS"/>
                <a:cs typeface="Trebuchet MS"/>
              </a:rPr>
              <a:t>art,</a:t>
            </a:r>
            <a:r>
              <a:rPr sz="2400" spc="70" dirty="0">
                <a:solidFill>
                  <a:srgbClr val="1B1B0F"/>
                </a:solidFill>
                <a:latin typeface="Trebuchet MS"/>
                <a:cs typeface="Trebuchet MS"/>
              </a:rPr>
              <a:t> </a:t>
            </a:r>
            <a:r>
              <a:rPr sz="2400" spc="110" dirty="0">
                <a:solidFill>
                  <a:srgbClr val="1B1B0F"/>
                </a:solidFill>
                <a:latin typeface="Trebuchet MS"/>
                <a:cs typeface="Trebuchet MS"/>
              </a:rPr>
              <a:t>logos.</a:t>
            </a:r>
            <a:endParaRPr sz="2400">
              <a:latin typeface="Trebuchet MS"/>
              <a:cs typeface="Trebuchet MS"/>
            </a:endParaRPr>
          </a:p>
          <a:p>
            <a:pPr marL="281940" marR="5080" indent="-269875">
              <a:lnSpc>
                <a:spcPct val="100000"/>
              </a:lnSpc>
              <a:spcBef>
                <a:spcPts val="2010"/>
              </a:spcBef>
              <a:buChar char="•"/>
              <a:tabLst>
                <a:tab pos="281940" algn="l"/>
              </a:tabLst>
            </a:pPr>
            <a:r>
              <a:rPr sz="2400" spc="165" dirty="0">
                <a:solidFill>
                  <a:srgbClr val="1B1B0F"/>
                </a:solidFill>
                <a:latin typeface="Trebuchet MS"/>
                <a:cs typeface="Trebuchet MS"/>
              </a:rPr>
              <a:t>Cannot</a:t>
            </a:r>
            <a:r>
              <a:rPr sz="2400" spc="40" dirty="0">
                <a:solidFill>
                  <a:srgbClr val="1B1B0F"/>
                </a:solidFill>
                <a:latin typeface="Trebuchet MS"/>
                <a:cs typeface="Trebuchet MS"/>
              </a:rPr>
              <a:t> </a:t>
            </a:r>
            <a:r>
              <a:rPr sz="2400" spc="150" dirty="0">
                <a:solidFill>
                  <a:srgbClr val="1B1B0F"/>
                </a:solidFill>
                <a:latin typeface="Trebuchet MS"/>
                <a:cs typeface="Trebuchet MS"/>
              </a:rPr>
              <a:t>comprise</a:t>
            </a:r>
            <a:r>
              <a:rPr sz="2400" spc="60" dirty="0">
                <a:solidFill>
                  <a:srgbClr val="1B1B0F"/>
                </a:solidFill>
                <a:latin typeface="Trebuchet MS"/>
                <a:cs typeface="Trebuchet MS"/>
              </a:rPr>
              <a:t> </a:t>
            </a:r>
            <a:r>
              <a:rPr sz="2400" spc="130" dirty="0">
                <a:solidFill>
                  <a:srgbClr val="1B1B0F"/>
                </a:solidFill>
                <a:latin typeface="Trebuchet MS"/>
                <a:cs typeface="Trebuchet MS"/>
              </a:rPr>
              <a:t>gradient</a:t>
            </a:r>
            <a:r>
              <a:rPr sz="2400" spc="45" dirty="0">
                <a:solidFill>
                  <a:srgbClr val="1B1B0F"/>
                </a:solidFill>
                <a:latin typeface="Trebuchet MS"/>
                <a:cs typeface="Trebuchet MS"/>
              </a:rPr>
              <a:t> </a:t>
            </a:r>
            <a:r>
              <a:rPr sz="2400" spc="65" dirty="0">
                <a:solidFill>
                  <a:srgbClr val="1B1B0F"/>
                </a:solidFill>
                <a:latin typeface="Trebuchet MS"/>
                <a:cs typeface="Trebuchet MS"/>
              </a:rPr>
              <a:t>of</a:t>
            </a:r>
            <a:r>
              <a:rPr sz="2400" spc="45" dirty="0">
                <a:solidFill>
                  <a:srgbClr val="1B1B0F"/>
                </a:solidFill>
                <a:latin typeface="Trebuchet MS"/>
                <a:cs typeface="Trebuchet MS"/>
              </a:rPr>
              <a:t> </a:t>
            </a:r>
            <a:r>
              <a:rPr sz="2400" spc="50" dirty="0">
                <a:solidFill>
                  <a:srgbClr val="1B1B0F"/>
                </a:solidFill>
                <a:latin typeface="Trebuchet MS"/>
                <a:cs typeface="Trebuchet MS"/>
              </a:rPr>
              <a:t>color, </a:t>
            </a:r>
            <a:r>
              <a:rPr sz="2400" spc="200" dirty="0">
                <a:solidFill>
                  <a:srgbClr val="1B1B0F"/>
                </a:solidFill>
                <a:latin typeface="Trebuchet MS"/>
                <a:cs typeface="Trebuchet MS"/>
              </a:rPr>
              <a:t>shadows </a:t>
            </a:r>
            <a:r>
              <a:rPr sz="2400" spc="190" dirty="0">
                <a:solidFill>
                  <a:srgbClr val="1B1B0F"/>
                </a:solidFill>
                <a:latin typeface="Trebuchet MS"/>
                <a:cs typeface="Trebuchet MS"/>
              </a:rPr>
              <a:t>and</a:t>
            </a:r>
            <a:r>
              <a:rPr sz="2400" spc="40" dirty="0">
                <a:solidFill>
                  <a:srgbClr val="1B1B0F"/>
                </a:solidFill>
                <a:latin typeface="Trebuchet MS"/>
                <a:cs typeface="Trebuchet MS"/>
              </a:rPr>
              <a:t> </a:t>
            </a:r>
            <a:r>
              <a:rPr sz="2400" spc="135" dirty="0">
                <a:solidFill>
                  <a:srgbClr val="1B1B0F"/>
                </a:solidFill>
                <a:latin typeface="Trebuchet MS"/>
                <a:cs typeface="Trebuchet MS"/>
              </a:rPr>
              <a:t>shading.</a:t>
            </a:r>
            <a:endParaRPr sz="2400">
              <a:latin typeface="Trebuchet MS"/>
              <a:cs typeface="Trebuchet MS"/>
            </a:endParaRPr>
          </a:p>
          <a:p>
            <a:pPr marL="281940" marR="1185545" indent="-269875">
              <a:lnSpc>
                <a:spcPct val="100000"/>
              </a:lnSpc>
              <a:spcBef>
                <a:spcPts val="2000"/>
              </a:spcBef>
              <a:buChar char="•"/>
              <a:tabLst>
                <a:tab pos="281940" algn="l"/>
              </a:tabLst>
            </a:pPr>
            <a:r>
              <a:rPr sz="2400" spc="160" dirty="0">
                <a:solidFill>
                  <a:srgbClr val="1B1B0F"/>
                </a:solidFill>
                <a:latin typeface="Trebuchet MS"/>
                <a:cs typeface="Trebuchet MS"/>
              </a:rPr>
              <a:t>Extensions</a:t>
            </a:r>
            <a:r>
              <a:rPr sz="2400" spc="55" dirty="0">
                <a:solidFill>
                  <a:srgbClr val="1B1B0F"/>
                </a:solidFill>
                <a:latin typeface="Trebuchet MS"/>
                <a:cs typeface="Trebuchet MS"/>
              </a:rPr>
              <a:t> </a:t>
            </a:r>
            <a:r>
              <a:rPr sz="2400" spc="110" dirty="0">
                <a:solidFill>
                  <a:srgbClr val="1B1B0F"/>
                </a:solidFill>
                <a:latin typeface="Trebuchet MS"/>
                <a:cs typeface="Trebuchet MS"/>
              </a:rPr>
              <a:t>are</a:t>
            </a:r>
            <a:r>
              <a:rPr sz="2400" spc="50" dirty="0">
                <a:solidFill>
                  <a:srgbClr val="1B1B0F"/>
                </a:solidFill>
                <a:latin typeface="Trebuchet MS"/>
                <a:cs typeface="Trebuchet MS"/>
              </a:rPr>
              <a:t> </a:t>
            </a:r>
            <a:r>
              <a:rPr sz="2400" spc="270" dirty="0">
                <a:solidFill>
                  <a:srgbClr val="1B1B0F"/>
                </a:solidFill>
                <a:latin typeface="Trebuchet MS"/>
                <a:cs typeface="Trebuchet MS"/>
              </a:rPr>
              <a:t>SVG</a:t>
            </a:r>
            <a:r>
              <a:rPr sz="2400" spc="55" dirty="0">
                <a:solidFill>
                  <a:srgbClr val="1B1B0F"/>
                </a:solidFill>
                <a:latin typeface="Trebuchet MS"/>
                <a:cs typeface="Trebuchet MS"/>
              </a:rPr>
              <a:t> </a:t>
            </a:r>
            <a:r>
              <a:rPr sz="2400" spc="130" dirty="0">
                <a:solidFill>
                  <a:srgbClr val="1B1B0F"/>
                </a:solidFill>
                <a:latin typeface="Trebuchet MS"/>
                <a:cs typeface="Trebuchet MS"/>
              </a:rPr>
              <a:t>(Scalable</a:t>
            </a:r>
            <a:r>
              <a:rPr sz="2400" spc="50" dirty="0">
                <a:solidFill>
                  <a:srgbClr val="1B1B0F"/>
                </a:solidFill>
                <a:latin typeface="Trebuchet MS"/>
                <a:cs typeface="Trebuchet MS"/>
              </a:rPr>
              <a:t> </a:t>
            </a:r>
            <a:r>
              <a:rPr sz="2400" spc="70" dirty="0">
                <a:solidFill>
                  <a:srgbClr val="1B1B0F"/>
                </a:solidFill>
                <a:latin typeface="Trebuchet MS"/>
                <a:cs typeface="Trebuchet MS"/>
              </a:rPr>
              <a:t>Vector </a:t>
            </a:r>
            <a:r>
              <a:rPr sz="2400" spc="105" dirty="0">
                <a:solidFill>
                  <a:srgbClr val="1B1B0F"/>
                </a:solidFill>
                <a:latin typeface="Trebuchet MS"/>
                <a:cs typeface="Trebuchet MS"/>
              </a:rPr>
              <a:t>Graphics),</a:t>
            </a:r>
            <a:r>
              <a:rPr sz="2400" spc="65" dirty="0">
                <a:solidFill>
                  <a:srgbClr val="1B1B0F"/>
                </a:solidFill>
                <a:latin typeface="Trebuchet MS"/>
                <a:cs typeface="Trebuchet MS"/>
              </a:rPr>
              <a:t> </a:t>
            </a:r>
            <a:r>
              <a:rPr sz="2400" spc="135" dirty="0">
                <a:solidFill>
                  <a:srgbClr val="1B1B0F"/>
                </a:solidFill>
                <a:latin typeface="Trebuchet MS"/>
                <a:cs typeface="Trebuchet MS"/>
              </a:rPr>
              <a:t>EPS,</a:t>
            </a:r>
            <a:r>
              <a:rPr sz="2400" spc="60" dirty="0">
                <a:solidFill>
                  <a:srgbClr val="1B1B0F"/>
                </a:solidFill>
                <a:latin typeface="Trebuchet MS"/>
                <a:cs typeface="Trebuchet MS"/>
              </a:rPr>
              <a:t> </a:t>
            </a:r>
            <a:r>
              <a:rPr sz="2400" spc="110" dirty="0">
                <a:solidFill>
                  <a:srgbClr val="1B1B0F"/>
                </a:solidFill>
                <a:latin typeface="Trebuchet MS"/>
                <a:cs typeface="Trebuchet MS"/>
              </a:rPr>
              <a:t>PDF,</a:t>
            </a:r>
            <a:r>
              <a:rPr sz="2400" spc="65" dirty="0">
                <a:solidFill>
                  <a:srgbClr val="1B1B0F"/>
                </a:solidFill>
                <a:latin typeface="Trebuchet MS"/>
                <a:cs typeface="Trebuchet MS"/>
              </a:rPr>
              <a:t> </a:t>
            </a:r>
            <a:r>
              <a:rPr sz="2400" spc="105" dirty="0">
                <a:solidFill>
                  <a:srgbClr val="1B1B0F"/>
                </a:solidFill>
                <a:latin typeface="Trebuchet MS"/>
                <a:cs typeface="Trebuchet MS"/>
              </a:rPr>
              <a:t>AI</a:t>
            </a:r>
            <a:endParaRPr sz="2400">
              <a:latin typeface="Trebuchet MS"/>
              <a:cs typeface="Trebuchet MS"/>
            </a:endParaRPr>
          </a:p>
          <a:p>
            <a:pPr marL="281940" indent="-269240">
              <a:lnSpc>
                <a:spcPct val="100000"/>
              </a:lnSpc>
              <a:spcBef>
                <a:spcPts val="2000"/>
              </a:spcBef>
              <a:buChar char="•"/>
              <a:tabLst>
                <a:tab pos="281940" algn="l"/>
              </a:tabLst>
            </a:pPr>
            <a:r>
              <a:rPr sz="2400" spc="210" dirty="0">
                <a:solidFill>
                  <a:srgbClr val="1B1B0F"/>
                </a:solidFill>
                <a:latin typeface="Trebuchet MS"/>
                <a:cs typeface="Trebuchet MS"/>
              </a:rPr>
              <a:t>Can</a:t>
            </a:r>
            <a:r>
              <a:rPr sz="2400" spc="65" dirty="0">
                <a:solidFill>
                  <a:srgbClr val="1B1B0F"/>
                </a:solidFill>
                <a:latin typeface="Trebuchet MS"/>
                <a:cs typeface="Trebuchet MS"/>
              </a:rPr>
              <a:t> </a:t>
            </a:r>
            <a:r>
              <a:rPr sz="2400" spc="160" dirty="0">
                <a:solidFill>
                  <a:srgbClr val="1B1B0F"/>
                </a:solidFill>
                <a:latin typeface="Trebuchet MS"/>
                <a:cs typeface="Trebuchet MS"/>
              </a:rPr>
              <a:t>be</a:t>
            </a:r>
            <a:r>
              <a:rPr sz="2400" spc="50" dirty="0">
                <a:solidFill>
                  <a:srgbClr val="1B1B0F"/>
                </a:solidFill>
                <a:latin typeface="Trebuchet MS"/>
                <a:cs typeface="Trebuchet MS"/>
              </a:rPr>
              <a:t> </a:t>
            </a:r>
            <a:r>
              <a:rPr sz="2400" spc="110" dirty="0">
                <a:solidFill>
                  <a:srgbClr val="1B1B0F"/>
                </a:solidFill>
                <a:latin typeface="Trebuchet MS"/>
                <a:cs typeface="Trebuchet MS"/>
              </a:rPr>
              <a:t>crated</a:t>
            </a:r>
            <a:r>
              <a:rPr sz="2400" spc="55" dirty="0">
                <a:solidFill>
                  <a:srgbClr val="1B1B0F"/>
                </a:solidFill>
                <a:latin typeface="Trebuchet MS"/>
                <a:cs typeface="Trebuchet MS"/>
              </a:rPr>
              <a:t> </a:t>
            </a:r>
            <a:r>
              <a:rPr sz="2400" spc="190" dirty="0">
                <a:solidFill>
                  <a:srgbClr val="1B1B0F"/>
                </a:solidFill>
                <a:latin typeface="Trebuchet MS"/>
                <a:cs typeface="Trebuchet MS"/>
              </a:rPr>
              <a:t>using</a:t>
            </a:r>
            <a:r>
              <a:rPr sz="2400" spc="55" dirty="0">
                <a:solidFill>
                  <a:srgbClr val="1B1B0F"/>
                </a:solidFill>
                <a:latin typeface="Trebuchet MS"/>
                <a:cs typeface="Trebuchet MS"/>
              </a:rPr>
              <a:t> </a:t>
            </a:r>
            <a:r>
              <a:rPr sz="2400" spc="90" dirty="0">
                <a:solidFill>
                  <a:srgbClr val="1B1B0F"/>
                </a:solidFill>
                <a:latin typeface="Trebuchet MS"/>
                <a:cs typeface="Trebuchet MS"/>
              </a:rPr>
              <a:t>coraldraw,</a:t>
            </a:r>
            <a:r>
              <a:rPr sz="2400" spc="55" dirty="0">
                <a:solidFill>
                  <a:srgbClr val="1B1B0F"/>
                </a:solidFill>
                <a:latin typeface="Trebuchet MS"/>
                <a:cs typeface="Trebuchet MS"/>
              </a:rPr>
              <a:t> </a:t>
            </a:r>
            <a:r>
              <a:rPr sz="2400" spc="60" dirty="0">
                <a:solidFill>
                  <a:srgbClr val="1B1B0F"/>
                </a:solidFill>
                <a:latin typeface="Trebuchet MS"/>
                <a:cs typeface="Trebuchet MS"/>
              </a:rPr>
              <a:t>Illustrator</a:t>
            </a:r>
            <a:endParaRPr sz="2400">
              <a:latin typeface="Trebuchet MS"/>
              <a:cs typeface="Trebuchet MS"/>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Raster</a:t>
            </a:r>
            <a:r>
              <a:rPr spc="-114" dirty="0"/>
              <a:t> </a:t>
            </a:r>
            <a:r>
              <a:rPr dirty="0"/>
              <a:t>Scan</a:t>
            </a:r>
            <a:r>
              <a:rPr spc="-114" dirty="0"/>
              <a:t> </a:t>
            </a:r>
            <a:r>
              <a:rPr spc="-10" dirty="0"/>
              <a:t>Device</a:t>
            </a:r>
          </a:p>
        </p:txBody>
      </p:sp>
      <p:sp>
        <p:nvSpPr>
          <p:cNvPr id="3" name="object 3"/>
          <p:cNvSpPr txBox="1"/>
          <p:nvPr/>
        </p:nvSpPr>
        <p:spPr>
          <a:xfrm>
            <a:off x="870026" y="2389949"/>
            <a:ext cx="3413760" cy="1011555"/>
          </a:xfrm>
          <a:prstGeom prst="rect">
            <a:avLst/>
          </a:prstGeom>
        </p:spPr>
        <p:txBody>
          <a:bodyPr vert="horz" wrap="square" lIns="0" tIns="12700" rIns="0" bIns="0" rtlCol="0">
            <a:spAutoFit/>
          </a:bodyPr>
          <a:lstStyle/>
          <a:p>
            <a:pPr marL="280035" indent="-267335">
              <a:lnSpc>
                <a:spcPct val="100000"/>
              </a:lnSpc>
              <a:spcBef>
                <a:spcPts val="100"/>
              </a:spcBef>
              <a:buChar char="•"/>
              <a:tabLst>
                <a:tab pos="280035" algn="l"/>
              </a:tabLst>
            </a:pPr>
            <a:r>
              <a:rPr sz="2400" spc="80" dirty="0">
                <a:solidFill>
                  <a:srgbClr val="1B1B0F"/>
                </a:solidFill>
                <a:latin typeface="Trebuchet MS"/>
                <a:cs typeface="Trebuchet MS"/>
              </a:rPr>
              <a:t>Vector</a:t>
            </a:r>
            <a:r>
              <a:rPr sz="2400" spc="60" dirty="0">
                <a:solidFill>
                  <a:srgbClr val="1B1B0F"/>
                </a:solidFill>
                <a:latin typeface="Trebuchet MS"/>
                <a:cs typeface="Trebuchet MS"/>
              </a:rPr>
              <a:t> </a:t>
            </a:r>
            <a:r>
              <a:rPr sz="2400" spc="215" dirty="0">
                <a:solidFill>
                  <a:srgbClr val="1B1B0F"/>
                </a:solidFill>
                <a:latin typeface="Trebuchet MS"/>
                <a:cs typeface="Trebuchet MS"/>
              </a:rPr>
              <a:t>Scan</a:t>
            </a:r>
            <a:r>
              <a:rPr sz="2400" spc="55" dirty="0">
                <a:solidFill>
                  <a:srgbClr val="1B1B0F"/>
                </a:solidFill>
                <a:latin typeface="Trebuchet MS"/>
                <a:cs typeface="Trebuchet MS"/>
              </a:rPr>
              <a:t> </a:t>
            </a:r>
            <a:r>
              <a:rPr sz="2400" spc="170" dirty="0">
                <a:solidFill>
                  <a:srgbClr val="1B1B0F"/>
                </a:solidFill>
                <a:latin typeface="Trebuchet MS"/>
                <a:cs typeface="Trebuchet MS"/>
              </a:rPr>
              <a:t>Devices</a:t>
            </a:r>
            <a:endParaRPr sz="2400">
              <a:latin typeface="Trebuchet MS"/>
              <a:cs typeface="Trebuchet MS"/>
            </a:endParaRPr>
          </a:p>
          <a:p>
            <a:pPr marL="280035" indent="-267335">
              <a:lnSpc>
                <a:spcPct val="100000"/>
              </a:lnSpc>
              <a:spcBef>
                <a:spcPts val="2000"/>
              </a:spcBef>
              <a:buChar char="•"/>
              <a:tabLst>
                <a:tab pos="280035" algn="l"/>
              </a:tabLst>
            </a:pPr>
            <a:r>
              <a:rPr sz="2400" spc="140" dirty="0">
                <a:solidFill>
                  <a:srgbClr val="1B1B0F"/>
                </a:solidFill>
                <a:latin typeface="Trebuchet MS"/>
                <a:cs typeface="Trebuchet MS"/>
              </a:rPr>
              <a:t>Raster</a:t>
            </a:r>
            <a:r>
              <a:rPr sz="2400" spc="55" dirty="0">
                <a:solidFill>
                  <a:srgbClr val="1B1B0F"/>
                </a:solidFill>
                <a:latin typeface="Trebuchet MS"/>
                <a:cs typeface="Trebuchet MS"/>
              </a:rPr>
              <a:t> </a:t>
            </a:r>
            <a:r>
              <a:rPr sz="2400" spc="220" dirty="0">
                <a:solidFill>
                  <a:srgbClr val="1B1B0F"/>
                </a:solidFill>
                <a:latin typeface="Trebuchet MS"/>
                <a:cs typeface="Trebuchet MS"/>
              </a:rPr>
              <a:t>Scan</a:t>
            </a:r>
            <a:r>
              <a:rPr sz="2400" spc="70" dirty="0">
                <a:solidFill>
                  <a:srgbClr val="1B1B0F"/>
                </a:solidFill>
                <a:latin typeface="Trebuchet MS"/>
                <a:cs typeface="Trebuchet MS"/>
              </a:rPr>
              <a:t> </a:t>
            </a:r>
            <a:r>
              <a:rPr sz="2400" spc="170" dirty="0">
                <a:solidFill>
                  <a:srgbClr val="1B1B0F"/>
                </a:solidFill>
                <a:latin typeface="Trebuchet MS"/>
                <a:cs typeface="Trebuchet MS"/>
              </a:rPr>
              <a:t>Devices</a:t>
            </a:r>
            <a:endParaRPr sz="2400">
              <a:latin typeface="Trebuchet MS"/>
              <a:cs typeface="Trebuchet MS"/>
            </a:endParaRPr>
          </a:p>
        </p:txBody>
      </p:sp>
      <p:pic>
        <p:nvPicPr>
          <p:cNvPr id="4" name="object 4"/>
          <p:cNvPicPr/>
          <p:nvPr/>
        </p:nvPicPr>
        <p:blipFill>
          <a:blip r:embed="rId2" cstate="print"/>
          <a:stretch>
            <a:fillRect/>
          </a:stretch>
        </p:blipFill>
        <p:spPr>
          <a:xfrm>
            <a:off x="274675" y="1828444"/>
            <a:ext cx="8496719" cy="4746955"/>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Raster</a:t>
            </a:r>
            <a:r>
              <a:rPr spc="-114" dirty="0"/>
              <a:t> </a:t>
            </a:r>
            <a:r>
              <a:rPr dirty="0"/>
              <a:t>Scan</a:t>
            </a:r>
            <a:r>
              <a:rPr spc="-114" dirty="0"/>
              <a:t> </a:t>
            </a:r>
            <a:r>
              <a:rPr spc="-10" dirty="0"/>
              <a:t>Device</a:t>
            </a:r>
          </a:p>
        </p:txBody>
      </p:sp>
      <p:sp>
        <p:nvSpPr>
          <p:cNvPr id="3" name="object 3"/>
          <p:cNvSpPr txBox="1"/>
          <p:nvPr/>
        </p:nvSpPr>
        <p:spPr>
          <a:xfrm>
            <a:off x="870026" y="2389949"/>
            <a:ext cx="7182484" cy="3236595"/>
          </a:xfrm>
          <a:prstGeom prst="rect">
            <a:avLst/>
          </a:prstGeom>
        </p:spPr>
        <p:txBody>
          <a:bodyPr vert="horz" wrap="square" lIns="0" tIns="12700" rIns="0" bIns="0" rtlCol="0">
            <a:spAutoFit/>
          </a:bodyPr>
          <a:lstStyle/>
          <a:p>
            <a:pPr marL="280035" marR="1125855" indent="-267970">
              <a:lnSpc>
                <a:spcPct val="100000"/>
              </a:lnSpc>
              <a:spcBef>
                <a:spcPts val="100"/>
              </a:spcBef>
              <a:buChar char="•"/>
              <a:tabLst>
                <a:tab pos="280035" algn="l"/>
              </a:tabLst>
            </a:pPr>
            <a:r>
              <a:rPr sz="2400" spc="125" dirty="0">
                <a:solidFill>
                  <a:srgbClr val="1B1B0F"/>
                </a:solidFill>
                <a:latin typeface="Trebuchet MS"/>
                <a:cs typeface="Trebuchet MS"/>
              </a:rPr>
              <a:t>Video</a:t>
            </a:r>
            <a:r>
              <a:rPr sz="2400" spc="55" dirty="0">
                <a:solidFill>
                  <a:srgbClr val="1B1B0F"/>
                </a:solidFill>
                <a:latin typeface="Trebuchet MS"/>
                <a:cs typeface="Trebuchet MS"/>
              </a:rPr>
              <a:t> </a:t>
            </a:r>
            <a:r>
              <a:rPr sz="2400" spc="210" dirty="0">
                <a:solidFill>
                  <a:srgbClr val="1B1B0F"/>
                </a:solidFill>
                <a:latin typeface="Trebuchet MS"/>
                <a:cs typeface="Trebuchet MS"/>
              </a:rPr>
              <a:t>memory</a:t>
            </a:r>
            <a:r>
              <a:rPr sz="2400" spc="40" dirty="0">
                <a:solidFill>
                  <a:srgbClr val="1B1B0F"/>
                </a:solidFill>
                <a:latin typeface="Trebuchet MS"/>
                <a:cs typeface="Trebuchet MS"/>
              </a:rPr>
              <a:t> </a:t>
            </a:r>
            <a:r>
              <a:rPr sz="2400" spc="55" dirty="0">
                <a:solidFill>
                  <a:srgbClr val="1B1B0F"/>
                </a:solidFill>
                <a:latin typeface="Trebuchet MS"/>
                <a:cs typeface="Trebuchet MS"/>
              </a:rPr>
              <a:t>for</a:t>
            </a:r>
            <a:r>
              <a:rPr sz="2400" spc="50" dirty="0">
                <a:solidFill>
                  <a:srgbClr val="1B1B0F"/>
                </a:solidFill>
                <a:latin typeface="Trebuchet MS"/>
                <a:cs typeface="Trebuchet MS"/>
              </a:rPr>
              <a:t> </a:t>
            </a:r>
            <a:r>
              <a:rPr sz="2400" spc="110" dirty="0">
                <a:solidFill>
                  <a:srgbClr val="1B1B0F"/>
                </a:solidFill>
                <a:latin typeface="Trebuchet MS"/>
                <a:cs typeface="Trebuchet MS"/>
              </a:rPr>
              <a:t>raster</a:t>
            </a:r>
            <a:r>
              <a:rPr sz="2400" spc="45" dirty="0">
                <a:solidFill>
                  <a:srgbClr val="1B1B0F"/>
                </a:solidFill>
                <a:latin typeface="Trebuchet MS"/>
                <a:cs typeface="Trebuchet MS"/>
              </a:rPr>
              <a:t> </a:t>
            </a:r>
            <a:r>
              <a:rPr sz="2400" spc="190" dirty="0">
                <a:solidFill>
                  <a:srgbClr val="1B1B0F"/>
                </a:solidFill>
                <a:latin typeface="Trebuchet MS"/>
                <a:cs typeface="Trebuchet MS"/>
              </a:rPr>
              <a:t>scan</a:t>
            </a:r>
            <a:r>
              <a:rPr sz="2400" spc="55" dirty="0">
                <a:solidFill>
                  <a:srgbClr val="1B1B0F"/>
                </a:solidFill>
                <a:latin typeface="Trebuchet MS"/>
                <a:cs typeface="Trebuchet MS"/>
              </a:rPr>
              <a:t> </a:t>
            </a:r>
            <a:r>
              <a:rPr sz="2400" spc="120" dirty="0">
                <a:solidFill>
                  <a:srgbClr val="1B1B0F"/>
                </a:solidFill>
                <a:latin typeface="Trebuchet MS"/>
                <a:cs typeface="Trebuchet MS"/>
              </a:rPr>
              <a:t>is</a:t>
            </a:r>
            <a:r>
              <a:rPr sz="2400" spc="50" dirty="0">
                <a:solidFill>
                  <a:srgbClr val="1B1B0F"/>
                </a:solidFill>
                <a:latin typeface="Trebuchet MS"/>
                <a:cs typeface="Trebuchet MS"/>
              </a:rPr>
              <a:t> </a:t>
            </a:r>
            <a:r>
              <a:rPr sz="2400" spc="145" dirty="0">
                <a:solidFill>
                  <a:srgbClr val="1B1B0F"/>
                </a:solidFill>
                <a:latin typeface="Trebuchet MS"/>
                <a:cs typeface="Trebuchet MS"/>
              </a:rPr>
              <a:t>more </a:t>
            </a:r>
            <a:r>
              <a:rPr sz="2400" spc="185" dirty="0">
                <a:solidFill>
                  <a:srgbClr val="1B1B0F"/>
                </a:solidFill>
                <a:latin typeface="Trebuchet MS"/>
                <a:cs typeface="Trebuchet MS"/>
              </a:rPr>
              <a:t>commonly</a:t>
            </a:r>
            <a:r>
              <a:rPr sz="2400" spc="50" dirty="0">
                <a:solidFill>
                  <a:srgbClr val="1B1B0F"/>
                </a:solidFill>
                <a:latin typeface="Trebuchet MS"/>
                <a:cs typeface="Trebuchet MS"/>
              </a:rPr>
              <a:t> </a:t>
            </a:r>
            <a:r>
              <a:rPr sz="2400" spc="175" dirty="0">
                <a:solidFill>
                  <a:srgbClr val="1B1B0F"/>
                </a:solidFill>
                <a:latin typeface="Trebuchet MS"/>
                <a:cs typeface="Trebuchet MS"/>
              </a:rPr>
              <a:t>known</a:t>
            </a:r>
            <a:r>
              <a:rPr sz="2400" spc="60" dirty="0">
                <a:solidFill>
                  <a:srgbClr val="1B1B0F"/>
                </a:solidFill>
                <a:latin typeface="Trebuchet MS"/>
                <a:cs typeface="Trebuchet MS"/>
              </a:rPr>
              <a:t> </a:t>
            </a:r>
            <a:r>
              <a:rPr sz="2400" spc="229" dirty="0">
                <a:solidFill>
                  <a:srgbClr val="1B1B0F"/>
                </a:solidFill>
                <a:latin typeface="Trebuchet MS"/>
                <a:cs typeface="Trebuchet MS"/>
              </a:rPr>
              <a:t>as</a:t>
            </a:r>
            <a:r>
              <a:rPr sz="2400" spc="55" dirty="0">
                <a:solidFill>
                  <a:srgbClr val="1B1B0F"/>
                </a:solidFill>
                <a:latin typeface="Trebuchet MS"/>
                <a:cs typeface="Trebuchet MS"/>
              </a:rPr>
              <a:t> </a:t>
            </a:r>
            <a:r>
              <a:rPr sz="2400" spc="135" dirty="0">
                <a:solidFill>
                  <a:srgbClr val="1B1B0F"/>
                </a:solidFill>
                <a:latin typeface="Trebuchet MS"/>
                <a:cs typeface="Trebuchet MS"/>
              </a:rPr>
              <a:t>frame</a:t>
            </a:r>
            <a:r>
              <a:rPr sz="2400" spc="45" dirty="0">
                <a:solidFill>
                  <a:srgbClr val="1B1B0F"/>
                </a:solidFill>
                <a:latin typeface="Trebuchet MS"/>
                <a:cs typeface="Trebuchet MS"/>
              </a:rPr>
              <a:t> </a:t>
            </a:r>
            <a:r>
              <a:rPr sz="2400" spc="-10" dirty="0">
                <a:solidFill>
                  <a:srgbClr val="1B1B0F"/>
                </a:solidFill>
                <a:latin typeface="Trebuchet MS"/>
                <a:cs typeface="Trebuchet MS"/>
              </a:rPr>
              <a:t>buffer.</a:t>
            </a:r>
            <a:endParaRPr sz="2400">
              <a:latin typeface="Trebuchet MS"/>
              <a:cs typeface="Trebuchet MS"/>
            </a:endParaRPr>
          </a:p>
          <a:p>
            <a:pPr marL="280035" indent="-267335">
              <a:lnSpc>
                <a:spcPct val="100000"/>
              </a:lnSpc>
              <a:spcBef>
                <a:spcPts val="2000"/>
              </a:spcBef>
              <a:buChar char="•"/>
              <a:tabLst>
                <a:tab pos="280035" algn="l"/>
              </a:tabLst>
            </a:pPr>
            <a:r>
              <a:rPr sz="2400" spc="180" dirty="0">
                <a:solidFill>
                  <a:srgbClr val="1B1B0F"/>
                </a:solidFill>
                <a:latin typeface="Trebuchet MS"/>
                <a:cs typeface="Trebuchet MS"/>
              </a:rPr>
              <a:t>Each</a:t>
            </a:r>
            <a:r>
              <a:rPr sz="2400" spc="50" dirty="0">
                <a:solidFill>
                  <a:srgbClr val="1B1B0F"/>
                </a:solidFill>
                <a:latin typeface="Trebuchet MS"/>
                <a:cs typeface="Trebuchet MS"/>
              </a:rPr>
              <a:t> </a:t>
            </a:r>
            <a:r>
              <a:rPr sz="2400" spc="135" dirty="0">
                <a:solidFill>
                  <a:srgbClr val="1B1B0F"/>
                </a:solidFill>
                <a:latin typeface="Trebuchet MS"/>
                <a:cs typeface="Trebuchet MS"/>
              </a:rPr>
              <a:t>contains</a:t>
            </a:r>
            <a:r>
              <a:rPr sz="2400" spc="50" dirty="0">
                <a:solidFill>
                  <a:srgbClr val="1B1B0F"/>
                </a:solidFill>
                <a:latin typeface="Trebuchet MS"/>
                <a:cs typeface="Trebuchet MS"/>
              </a:rPr>
              <a:t> </a:t>
            </a:r>
            <a:r>
              <a:rPr sz="2400" spc="175" dirty="0">
                <a:solidFill>
                  <a:srgbClr val="1B1B0F"/>
                </a:solidFill>
                <a:latin typeface="Trebuchet MS"/>
                <a:cs typeface="Trebuchet MS"/>
              </a:rPr>
              <a:t>one</a:t>
            </a:r>
            <a:r>
              <a:rPr sz="2400" spc="45" dirty="0">
                <a:solidFill>
                  <a:srgbClr val="1B1B0F"/>
                </a:solidFill>
                <a:latin typeface="Trebuchet MS"/>
                <a:cs typeface="Trebuchet MS"/>
              </a:rPr>
              <a:t> </a:t>
            </a:r>
            <a:r>
              <a:rPr sz="2400" spc="95" dirty="0">
                <a:solidFill>
                  <a:srgbClr val="1B1B0F"/>
                </a:solidFill>
                <a:latin typeface="Trebuchet MS"/>
                <a:cs typeface="Trebuchet MS"/>
              </a:rPr>
              <a:t>location</a:t>
            </a:r>
            <a:r>
              <a:rPr sz="2400" spc="60" dirty="0">
                <a:solidFill>
                  <a:srgbClr val="1B1B0F"/>
                </a:solidFill>
                <a:latin typeface="Trebuchet MS"/>
                <a:cs typeface="Trebuchet MS"/>
              </a:rPr>
              <a:t> </a:t>
            </a:r>
            <a:r>
              <a:rPr sz="2400" spc="55" dirty="0">
                <a:solidFill>
                  <a:srgbClr val="1B1B0F"/>
                </a:solidFill>
                <a:latin typeface="Trebuchet MS"/>
                <a:cs typeface="Trebuchet MS"/>
              </a:rPr>
              <a:t>for</a:t>
            </a:r>
            <a:r>
              <a:rPr sz="2400" spc="50" dirty="0">
                <a:solidFill>
                  <a:srgbClr val="1B1B0F"/>
                </a:solidFill>
                <a:latin typeface="Trebuchet MS"/>
                <a:cs typeface="Trebuchet MS"/>
              </a:rPr>
              <a:t> </a:t>
            </a:r>
            <a:r>
              <a:rPr sz="2400" spc="165" dirty="0">
                <a:solidFill>
                  <a:srgbClr val="1B1B0F"/>
                </a:solidFill>
                <a:latin typeface="Trebuchet MS"/>
                <a:cs typeface="Trebuchet MS"/>
              </a:rPr>
              <a:t>each</a:t>
            </a:r>
            <a:r>
              <a:rPr sz="2400" spc="55" dirty="0">
                <a:solidFill>
                  <a:srgbClr val="1B1B0F"/>
                </a:solidFill>
                <a:latin typeface="Trebuchet MS"/>
                <a:cs typeface="Trebuchet MS"/>
              </a:rPr>
              <a:t> </a:t>
            </a:r>
            <a:r>
              <a:rPr sz="2400" spc="-10" dirty="0">
                <a:solidFill>
                  <a:srgbClr val="1B1B0F"/>
                </a:solidFill>
                <a:latin typeface="Trebuchet MS"/>
                <a:cs typeface="Trebuchet MS"/>
              </a:rPr>
              <a:t>pixel.</a:t>
            </a:r>
            <a:endParaRPr sz="2400">
              <a:latin typeface="Trebuchet MS"/>
              <a:cs typeface="Trebuchet MS"/>
            </a:endParaRPr>
          </a:p>
          <a:p>
            <a:pPr marL="280035" indent="-267335">
              <a:lnSpc>
                <a:spcPct val="100000"/>
              </a:lnSpc>
              <a:spcBef>
                <a:spcPts val="2000"/>
              </a:spcBef>
              <a:buChar char="•"/>
              <a:tabLst>
                <a:tab pos="280035" algn="l"/>
              </a:tabLst>
            </a:pPr>
            <a:r>
              <a:rPr sz="2400" spc="180" dirty="0">
                <a:solidFill>
                  <a:srgbClr val="1B1B0F"/>
                </a:solidFill>
                <a:latin typeface="Trebuchet MS"/>
                <a:cs typeface="Trebuchet MS"/>
              </a:rPr>
              <a:t>Thus</a:t>
            </a:r>
            <a:r>
              <a:rPr sz="2400" spc="45" dirty="0">
                <a:solidFill>
                  <a:srgbClr val="1B1B0F"/>
                </a:solidFill>
                <a:latin typeface="Trebuchet MS"/>
                <a:cs typeface="Trebuchet MS"/>
              </a:rPr>
              <a:t> </a:t>
            </a:r>
            <a:r>
              <a:rPr sz="2400" spc="125" dirty="0">
                <a:solidFill>
                  <a:srgbClr val="1B1B0F"/>
                </a:solidFill>
                <a:latin typeface="Trebuchet MS"/>
                <a:cs typeface="Trebuchet MS"/>
              </a:rPr>
              <a:t>size</a:t>
            </a:r>
            <a:r>
              <a:rPr sz="2400" spc="45" dirty="0">
                <a:solidFill>
                  <a:srgbClr val="1B1B0F"/>
                </a:solidFill>
                <a:latin typeface="Trebuchet MS"/>
                <a:cs typeface="Trebuchet MS"/>
              </a:rPr>
              <a:t> </a:t>
            </a:r>
            <a:r>
              <a:rPr sz="2400" spc="120" dirty="0">
                <a:solidFill>
                  <a:srgbClr val="1B1B0F"/>
                </a:solidFill>
                <a:latin typeface="Trebuchet MS"/>
                <a:cs typeface="Trebuchet MS"/>
              </a:rPr>
              <a:t>is</a:t>
            </a:r>
            <a:r>
              <a:rPr sz="2400" spc="50" dirty="0">
                <a:solidFill>
                  <a:srgbClr val="1B1B0F"/>
                </a:solidFill>
                <a:latin typeface="Trebuchet MS"/>
                <a:cs typeface="Trebuchet MS"/>
              </a:rPr>
              <a:t> </a:t>
            </a:r>
            <a:r>
              <a:rPr sz="2400" spc="135" dirty="0">
                <a:solidFill>
                  <a:srgbClr val="1B1B0F"/>
                </a:solidFill>
                <a:latin typeface="Trebuchet MS"/>
                <a:cs typeface="Trebuchet MS"/>
              </a:rPr>
              <a:t>equal</a:t>
            </a:r>
            <a:r>
              <a:rPr sz="2400" spc="55" dirty="0">
                <a:solidFill>
                  <a:srgbClr val="1B1B0F"/>
                </a:solidFill>
                <a:latin typeface="Trebuchet MS"/>
                <a:cs typeface="Trebuchet MS"/>
              </a:rPr>
              <a:t> </a:t>
            </a:r>
            <a:r>
              <a:rPr sz="2400" spc="75" dirty="0">
                <a:solidFill>
                  <a:srgbClr val="1B1B0F"/>
                </a:solidFill>
                <a:latin typeface="Trebuchet MS"/>
                <a:cs typeface="Trebuchet MS"/>
              </a:rPr>
              <a:t>to</a:t>
            </a:r>
            <a:r>
              <a:rPr sz="2400" spc="50" dirty="0">
                <a:solidFill>
                  <a:srgbClr val="1B1B0F"/>
                </a:solidFill>
                <a:latin typeface="Trebuchet MS"/>
                <a:cs typeface="Trebuchet MS"/>
              </a:rPr>
              <a:t> </a:t>
            </a:r>
            <a:r>
              <a:rPr sz="2400" spc="145" dirty="0">
                <a:solidFill>
                  <a:srgbClr val="1B1B0F"/>
                </a:solidFill>
                <a:latin typeface="Trebuchet MS"/>
                <a:cs typeface="Trebuchet MS"/>
              </a:rPr>
              <a:t>screen</a:t>
            </a:r>
            <a:r>
              <a:rPr sz="2400" spc="50" dirty="0">
                <a:solidFill>
                  <a:srgbClr val="1B1B0F"/>
                </a:solidFill>
                <a:latin typeface="Trebuchet MS"/>
                <a:cs typeface="Trebuchet MS"/>
              </a:rPr>
              <a:t> </a:t>
            </a:r>
            <a:r>
              <a:rPr sz="2400" spc="75" dirty="0">
                <a:solidFill>
                  <a:srgbClr val="1B1B0F"/>
                </a:solidFill>
                <a:latin typeface="Trebuchet MS"/>
                <a:cs typeface="Trebuchet MS"/>
              </a:rPr>
              <a:t>resolution.</a:t>
            </a:r>
            <a:endParaRPr sz="2400">
              <a:latin typeface="Trebuchet MS"/>
              <a:cs typeface="Trebuchet MS"/>
            </a:endParaRPr>
          </a:p>
          <a:p>
            <a:pPr marL="280035" indent="-267335">
              <a:lnSpc>
                <a:spcPct val="100000"/>
              </a:lnSpc>
              <a:spcBef>
                <a:spcPts val="2000"/>
              </a:spcBef>
              <a:buChar char="•"/>
              <a:tabLst>
                <a:tab pos="280035" algn="l"/>
              </a:tabLst>
            </a:pPr>
            <a:r>
              <a:rPr sz="2400" spc="165" dirty="0">
                <a:solidFill>
                  <a:srgbClr val="1B1B0F"/>
                </a:solidFill>
                <a:latin typeface="Trebuchet MS"/>
                <a:cs typeface="Trebuchet MS"/>
              </a:rPr>
              <a:t>Display</a:t>
            </a:r>
            <a:r>
              <a:rPr sz="2400" spc="45" dirty="0">
                <a:solidFill>
                  <a:srgbClr val="1B1B0F"/>
                </a:solidFill>
                <a:latin typeface="Trebuchet MS"/>
                <a:cs typeface="Trebuchet MS"/>
              </a:rPr>
              <a:t> </a:t>
            </a:r>
            <a:r>
              <a:rPr sz="2400" spc="70" dirty="0">
                <a:solidFill>
                  <a:srgbClr val="1B1B0F"/>
                </a:solidFill>
                <a:latin typeface="Trebuchet MS"/>
                <a:cs typeface="Trebuchet MS"/>
              </a:rPr>
              <a:t>controller</a:t>
            </a:r>
            <a:r>
              <a:rPr sz="2400" spc="50" dirty="0">
                <a:solidFill>
                  <a:srgbClr val="1B1B0F"/>
                </a:solidFill>
                <a:latin typeface="Trebuchet MS"/>
                <a:cs typeface="Trebuchet MS"/>
              </a:rPr>
              <a:t> </a:t>
            </a:r>
            <a:r>
              <a:rPr sz="2400" spc="160" dirty="0">
                <a:solidFill>
                  <a:srgbClr val="1B1B0F"/>
                </a:solidFill>
                <a:latin typeface="Trebuchet MS"/>
                <a:cs typeface="Trebuchet MS"/>
              </a:rPr>
              <a:t>works</a:t>
            </a:r>
            <a:r>
              <a:rPr sz="2400" spc="50" dirty="0">
                <a:solidFill>
                  <a:srgbClr val="1B1B0F"/>
                </a:solidFill>
                <a:latin typeface="Trebuchet MS"/>
                <a:cs typeface="Trebuchet MS"/>
              </a:rPr>
              <a:t> </a:t>
            </a:r>
            <a:r>
              <a:rPr sz="2400" spc="95" dirty="0">
                <a:solidFill>
                  <a:srgbClr val="1B1B0F"/>
                </a:solidFill>
                <a:latin typeface="Trebuchet MS"/>
                <a:cs typeface="Trebuchet MS"/>
              </a:rPr>
              <a:t>at</a:t>
            </a:r>
            <a:r>
              <a:rPr sz="2400" spc="45" dirty="0">
                <a:solidFill>
                  <a:srgbClr val="1B1B0F"/>
                </a:solidFill>
                <a:latin typeface="Trebuchet MS"/>
                <a:cs typeface="Trebuchet MS"/>
              </a:rPr>
              <a:t> </a:t>
            </a:r>
            <a:r>
              <a:rPr sz="2400" spc="114" dirty="0">
                <a:solidFill>
                  <a:srgbClr val="1B1B0F"/>
                </a:solidFill>
                <a:latin typeface="Trebuchet MS"/>
                <a:cs typeface="Trebuchet MS"/>
              </a:rPr>
              <a:t>the</a:t>
            </a:r>
            <a:r>
              <a:rPr sz="2400" spc="50" dirty="0">
                <a:solidFill>
                  <a:srgbClr val="1B1B0F"/>
                </a:solidFill>
                <a:latin typeface="Trebuchet MS"/>
                <a:cs typeface="Trebuchet MS"/>
              </a:rPr>
              <a:t> </a:t>
            </a:r>
            <a:r>
              <a:rPr sz="2400" spc="180" dirty="0">
                <a:solidFill>
                  <a:srgbClr val="1B1B0F"/>
                </a:solidFill>
                <a:latin typeface="Trebuchet MS"/>
                <a:cs typeface="Trebuchet MS"/>
              </a:rPr>
              <a:t>speed</a:t>
            </a:r>
            <a:r>
              <a:rPr sz="2400" spc="55" dirty="0">
                <a:solidFill>
                  <a:srgbClr val="1B1B0F"/>
                </a:solidFill>
                <a:latin typeface="Trebuchet MS"/>
                <a:cs typeface="Trebuchet MS"/>
              </a:rPr>
              <a:t> </a:t>
            </a:r>
            <a:r>
              <a:rPr sz="2400" spc="60" dirty="0">
                <a:solidFill>
                  <a:srgbClr val="1B1B0F"/>
                </a:solidFill>
                <a:latin typeface="Trebuchet MS"/>
                <a:cs typeface="Trebuchet MS"/>
              </a:rPr>
              <a:t>of</a:t>
            </a:r>
            <a:r>
              <a:rPr sz="2400" spc="55" dirty="0">
                <a:solidFill>
                  <a:srgbClr val="1B1B0F"/>
                </a:solidFill>
                <a:latin typeface="Trebuchet MS"/>
                <a:cs typeface="Trebuchet MS"/>
              </a:rPr>
              <a:t> </a:t>
            </a:r>
            <a:r>
              <a:rPr sz="2400" spc="75" dirty="0">
                <a:solidFill>
                  <a:srgbClr val="1B1B0F"/>
                </a:solidFill>
                <a:latin typeface="Trebuchet MS"/>
                <a:cs typeface="Trebuchet MS"/>
              </a:rPr>
              <a:t>CPU.</a:t>
            </a:r>
            <a:endParaRPr sz="2400">
              <a:latin typeface="Trebuchet MS"/>
              <a:cs typeface="Trebuchet MS"/>
            </a:endParaRPr>
          </a:p>
          <a:p>
            <a:pPr marL="280035" indent="-267335">
              <a:lnSpc>
                <a:spcPct val="100000"/>
              </a:lnSpc>
              <a:spcBef>
                <a:spcPts val="2000"/>
              </a:spcBef>
              <a:buChar char="•"/>
              <a:tabLst>
                <a:tab pos="280035" algn="l"/>
              </a:tabLst>
            </a:pPr>
            <a:r>
              <a:rPr sz="2400" spc="125" dirty="0">
                <a:solidFill>
                  <a:srgbClr val="1B1B0F"/>
                </a:solidFill>
                <a:latin typeface="Trebuchet MS"/>
                <a:cs typeface="Trebuchet MS"/>
              </a:rPr>
              <a:t>Video</a:t>
            </a:r>
            <a:r>
              <a:rPr sz="2400" spc="60" dirty="0">
                <a:solidFill>
                  <a:srgbClr val="1B1B0F"/>
                </a:solidFill>
                <a:latin typeface="Trebuchet MS"/>
                <a:cs typeface="Trebuchet MS"/>
              </a:rPr>
              <a:t> </a:t>
            </a:r>
            <a:r>
              <a:rPr sz="2400" spc="70" dirty="0">
                <a:solidFill>
                  <a:srgbClr val="1B1B0F"/>
                </a:solidFill>
                <a:latin typeface="Trebuchet MS"/>
                <a:cs typeface="Trebuchet MS"/>
              </a:rPr>
              <a:t>controller</a:t>
            </a:r>
            <a:r>
              <a:rPr sz="2400" spc="55" dirty="0">
                <a:solidFill>
                  <a:srgbClr val="1B1B0F"/>
                </a:solidFill>
                <a:latin typeface="Trebuchet MS"/>
                <a:cs typeface="Trebuchet MS"/>
              </a:rPr>
              <a:t> </a:t>
            </a:r>
            <a:r>
              <a:rPr sz="2400" spc="120" dirty="0">
                <a:solidFill>
                  <a:srgbClr val="1B1B0F"/>
                </a:solidFill>
                <a:latin typeface="Trebuchet MS"/>
                <a:cs typeface="Trebuchet MS"/>
              </a:rPr>
              <a:t>is</a:t>
            </a:r>
            <a:r>
              <a:rPr sz="2400" spc="60" dirty="0">
                <a:solidFill>
                  <a:srgbClr val="1B1B0F"/>
                </a:solidFill>
                <a:latin typeface="Trebuchet MS"/>
                <a:cs typeface="Trebuchet MS"/>
              </a:rPr>
              <a:t> </a:t>
            </a:r>
            <a:r>
              <a:rPr sz="2400" spc="210" dirty="0">
                <a:solidFill>
                  <a:srgbClr val="1B1B0F"/>
                </a:solidFill>
                <a:latin typeface="Trebuchet MS"/>
                <a:cs typeface="Trebuchet MS"/>
              </a:rPr>
              <a:t>much</a:t>
            </a:r>
            <a:r>
              <a:rPr sz="2400" spc="70" dirty="0">
                <a:solidFill>
                  <a:srgbClr val="1B1B0F"/>
                </a:solidFill>
                <a:latin typeface="Trebuchet MS"/>
                <a:cs typeface="Trebuchet MS"/>
              </a:rPr>
              <a:t> </a:t>
            </a:r>
            <a:r>
              <a:rPr sz="2400" spc="45" dirty="0">
                <a:solidFill>
                  <a:srgbClr val="1B1B0F"/>
                </a:solidFill>
                <a:latin typeface="Trebuchet MS"/>
                <a:cs typeface="Trebuchet MS"/>
              </a:rPr>
              <a:t>slower.</a:t>
            </a:r>
            <a:endParaRPr sz="2400">
              <a:latin typeface="Trebuchet MS"/>
              <a:cs typeface="Trebuchet MS"/>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Raster</a:t>
            </a:r>
            <a:r>
              <a:rPr spc="-114" dirty="0"/>
              <a:t> </a:t>
            </a:r>
            <a:r>
              <a:rPr dirty="0"/>
              <a:t>Scan</a:t>
            </a:r>
            <a:r>
              <a:rPr spc="-114" dirty="0"/>
              <a:t> </a:t>
            </a:r>
            <a:r>
              <a:rPr spc="-10" dirty="0"/>
              <a:t>Device</a:t>
            </a:r>
          </a:p>
        </p:txBody>
      </p:sp>
      <p:sp>
        <p:nvSpPr>
          <p:cNvPr id="3" name="object 3"/>
          <p:cNvSpPr txBox="1"/>
          <p:nvPr/>
        </p:nvSpPr>
        <p:spPr>
          <a:xfrm>
            <a:off x="870026" y="2389949"/>
            <a:ext cx="6976109" cy="2982595"/>
          </a:xfrm>
          <a:prstGeom prst="rect">
            <a:avLst/>
          </a:prstGeom>
        </p:spPr>
        <p:txBody>
          <a:bodyPr vert="horz" wrap="square" lIns="0" tIns="12700" rIns="0" bIns="0" rtlCol="0">
            <a:spAutoFit/>
          </a:bodyPr>
          <a:lstStyle/>
          <a:p>
            <a:pPr marL="280035" indent="-267335">
              <a:lnSpc>
                <a:spcPct val="100000"/>
              </a:lnSpc>
              <a:spcBef>
                <a:spcPts val="100"/>
              </a:spcBef>
              <a:buChar char="•"/>
              <a:tabLst>
                <a:tab pos="280035" algn="l"/>
              </a:tabLst>
            </a:pPr>
            <a:r>
              <a:rPr sz="2400" spc="80" dirty="0">
                <a:solidFill>
                  <a:srgbClr val="1B1B0F"/>
                </a:solidFill>
                <a:latin typeface="Trebuchet MS"/>
                <a:cs typeface="Trebuchet MS"/>
              </a:rPr>
              <a:t>For</a:t>
            </a:r>
            <a:r>
              <a:rPr sz="2400" spc="45" dirty="0">
                <a:solidFill>
                  <a:srgbClr val="1B1B0F"/>
                </a:solidFill>
                <a:latin typeface="Trebuchet MS"/>
                <a:cs typeface="Trebuchet MS"/>
              </a:rPr>
              <a:t> </a:t>
            </a:r>
            <a:r>
              <a:rPr sz="2400" spc="114" dirty="0">
                <a:solidFill>
                  <a:srgbClr val="1B1B0F"/>
                </a:solidFill>
                <a:latin typeface="Trebuchet MS"/>
                <a:cs typeface="Trebuchet MS"/>
              </a:rPr>
              <a:t>synchronization,</a:t>
            </a:r>
            <a:r>
              <a:rPr sz="2400" spc="50" dirty="0">
                <a:solidFill>
                  <a:srgbClr val="1B1B0F"/>
                </a:solidFill>
                <a:latin typeface="Trebuchet MS"/>
                <a:cs typeface="Trebuchet MS"/>
              </a:rPr>
              <a:t> </a:t>
            </a:r>
            <a:r>
              <a:rPr sz="2400" spc="140" dirty="0">
                <a:solidFill>
                  <a:srgbClr val="1B1B0F"/>
                </a:solidFill>
                <a:latin typeface="Trebuchet MS"/>
                <a:cs typeface="Trebuchet MS"/>
              </a:rPr>
              <a:t>frame</a:t>
            </a:r>
            <a:r>
              <a:rPr sz="2400" spc="45" dirty="0">
                <a:solidFill>
                  <a:srgbClr val="1B1B0F"/>
                </a:solidFill>
                <a:latin typeface="Trebuchet MS"/>
                <a:cs typeface="Trebuchet MS"/>
              </a:rPr>
              <a:t> </a:t>
            </a:r>
            <a:r>
              <a:rPr sz="2400" spc="70" dirty="0">
                <a:solidFill>
                  <a:srgbClr val="1B1B0F"/>
                </a:solidFill>
                <a:latin typeface="Trebuchet MS"/>
                <a:cs typeface="Trebuchet MS"/>
              </a:rPr>
              <a:t>buffer</a:t>
            </a:r>
            <a:r>
              <a:rPr sz="2400" spc="45" dirty="0">
                <a:solidFill>
                  <a:srgbClr val="1B1B0F"/>
                </a:solidFill>
                <a:latin typeface="Trebuchet MS"/>
                <a:cs typeface="Trebuchet MS"/>
              </a:rPr>
              <a:t> </a:t>
            </a:r>
            <a:r>
              <a:rPr sz="2400" spc="120" dirty="0">
                <a:solidFill>
                  <a:srgbClr val="1B1B0F"/>
                </a:solidFill>
                <a:latin typeface="Trebuchet MS"/>
                <a:cs typeface="Trebuchet MS"/>
              </a:rPr>
              <a:t>is</a:t>
            </a:r>
            <a:r>
              <a:rPr sz="2400" spc="50" dirty="0">
                <a:solidFill>
                  <a:srgbClr val="1B1B0F"/>
                </a:solidFill>
                <a:latin typeface="Trebuchet MS"/>
                <a:cs typeface="Trebuchet MS"/>
              </a:rPr>
              <a:t> </a:t>
            </a:r>
            <a:r>
              <a:rPr sz="2400" spc="120" dirty="0">
                <a:solidFill>
                  <a:srgbClr val="1B1B0F"/>
                </a:solidFill>
                <a:latin typeface="Trebuchet MS"/>
                <a:cs typeface="Trebuchet MS"/>
              </a:rPr>
              <a:t>used.</a:t>
            </a:r>
            <a:endParaRPr sz="2400">
              <a:latin typeface="Trebuchet MS"/>
              <a:cs typeface="Trebuchet MS"/>
            </a:endParaRPr>
          </a:p>
          <a:p>
            <a:pPr marL="280035" indent="-267335">
              <a:lnSpc>
                <a:spcPct val="100000"/>
              </a:lnSpc>
              <a:spcBef>
                <a:spcPts val="2000"/>
              </a:spcBef>
              <a:buChar char="•"/>
              <a:tabLst>
                <a:tab pos="280035" algn="l"/>
              </a:tabLst>
            </a:pPr>
            <a:r>
              <a:rPr sz="2400" dirty="0">
                <a:solidFill>
                  <a:srgbClr val="1B1B0F"/>
                </a:solidFill>
                <a:latin typeface="Trebuchet MS"/>
                <a:cs typeface="Trebuchet MS"/>
              </a:rPr>
              <a:t>Two</a:t>
            </a:r>
            <a:r>
              <a:rPr sz="2400" spc="40" dirty="0">
                <a:solidFill>
                  <a:srgbClr val="1B1B0F"/>
                </a:solidFill>
                <a:latin typeface="Trebuchet MS"/>
                <a:cs typeface="Trebuchet MS"/>
              </a:rPr>
              <a:t> </a:t>
            </a:r>
            <a:r>
              <a:rPr sz="2400" spc="100" dirty="0">
                <a:solidFill>
                  <a:srgbClr val="1B1B0F"/>
                </a:solidFill>
                <a:latin typeface="Trebuchet MS"/>
                <a:cs typeface="Trebuchet MS"/>
              </a:rPr>
              <a:t>buffers</a:t>
            </a:r>
            <a:r>
              <a:rPr sz="2400" spc="50" dirty="0">
                <a:solidFill>
                  <a:srgbClr val="1B1B0F"/>
                </a:solidFill>
                <a:latin typeface="Trebuchet MS"/>
                <a:cs typeface="Trebuchet MS"/>
              </a:rPr>
              <a:t> </a:t>
            </a:r>
            <a:r>
              <a:rPr sz="2400" spc="120" dirty="0">
                <a:solidFill>
                  <a:srgbClr val="1B1B0F"/>
                </a:solidFill>
                <a:latin typeface="Trebuchet MS"/>
                <a:cs typeface="Trebuchet MS"/>
              </a:rPr>
              <a:t>used.</a:t>
            </a:r>
            <a:endParaRPr sz="2400">
              <a:latin typeface="Trebuchet MS"/>
              <a:cs typeface="Trebuchet MS"/>
            </a:endParaRPr>
          </a:p>
          <a:p>
            <a:pPr marL="280035" marR="5080" indent="-267970">
              <a:lnSpc>
                <a:spcPct val="100000"/>
              </a:lnSpc>
              <a:spcBef>
                <a:spcPts val="2000"/>
              </a:spcBef>
              <a:buChar char="•"/>
              <a:tabLst>
                <a:tab pos="280035" algn="l"/>
              </a:tabLst>
            </a:pPr>
            <a:r>
              <a:rPr sz="2400" spc="125" dirty="0">
                <a:solidFill>
                  <a:srgbClr val="1B1B0F"/>
                </a:solidFill>
                <a:latin typeface="Trebuchet MS"/>
                <a:cs typeface="Trebuchet MS"/>
              </a:rPr>
              <a:t>Video</a:t>
            </a:r>
            <a:r>
              <a:rPr sz="2400" spc="60" dirty="0">
                <a:solidFill>
                  <a:srgbClr val="1B1B0F"/>
                </a:solidFill>
                <a:latin typeface="Trebuchet MS"/>
                <a:cs typeface="Trebuchet MS"/>
              </a:rPr>
              <a:t> </a:t>
            </a:r>
            <a:r>
              <a:rPr sz="2400" spc="70" dirty="0">
                <a:solidFill>
                  <a:srgbClr val="1B1B0F"/>
                </a:solidFill>
                <a:latin typeface="Trebuchet MS"/>
                <a:cs typeface="Trebuchet MS"/>
              </a:rPr>
              <a:t>controller</a:t>
            </a:r>
            <a:r>
              <a:rPr sz="2400" spc="55" dirty="0">
                <a:solidFill>
                  <a:srgbClr val="1B1B0F"/>
                </a:solidFill>
                <a:latin typeface="Trebuchet MS"/>
                <a:cs typeface="Trebuchet MS"/>
              </a:rPr>
              <a:t> </a:t>
            </a:r>
            <a:r>
              <a:rPr sz="2400" spc="135" dirty="0">
                <a:solidFill>
                  <a:srgbClr val="1B1B0F"/>
                </a:solidFill>
                <a:latin typeface="Trebuchet MS"/>
                <a:cs typeface="Trebuchet MS"/>
              </a:rPr>
              <a:t>takes</a:t>
            </a:r>
            <a:r>
              <a:rPr sz="2400" spc="50" dirty="0">
                <a:solidFill>
                  <a:srgbClr val="1B1B0F"/>
                </a:solidFill>
                <a:latin typeface="Trebuchet MS"/>
                <a:cs typeface="Trebuchet MS"/>
              </a:rPr>
              <a:t> </a:t>
            </a:r>
            <a:r>
              <a:rPr sz="2400" spc="105" dirty="0">
                <a:solidFill>
                  <a:srgbClr val="1B1B0F"/>
                </a:solidFill>
                <a:latin typeface="Trebuchet MS"/>
                <a:cs typeface="Trebuchet MS"/>
              </a:rPr>
              <a:t>input</a:t>
            </a:r>
            <a:r>
              <a:rPr sz="2400" spc="50" dirty="0">
                <a:solidFill>
                  <a:srgbClr val="1B1B0F"/>
                </a:solidFill>
                <a:latin typeface="Trebuchet MS"/>
                <a:cs typeface="Trebuchet MS"/>
              </a:rPr>
              <a:t> </a:t>
            </a:r>
            <a:r>
              <a:rPr sz="2400" spc="110" dirty="0">
                <a:solidFill>
                  <a:srgbClr val="1B1B0F"/>
                </a:solidFill>
                <a:latin typeface="Trebuchet MS"/>
                <a:cs typeface="Trebuchet MS"/>
              </a:rPr>
              <a:t>from</a:t>
            </a:r>
            <a:r>
              <a:rPr sz="2400" spc="60" dirty="0">
                <a:solidFill>
                  <a:srgbClr val="1B1B0F"/>
                </a:solidFill>
                <a:latin typeface="Trebuchet MS"/>
                <a:cs typeface="Trebuchet MS"/>
              </a:rPr>
              <a:t> </a:t>
            </a:r>
            <a:r>
              <a:rPr sz="2400" spc="160" dirty="0">
                <a:solidFill>
                  <a:srgbClr val="1B1B0F"/>
                </a:solidFill>
                <a:latin typeface="Trebuchet MS"/>
                <a:cs typeface="Trebuchet MS"/>
              </a:rPr>
              <a:t>secondary </a:t>
            </a:r>
            <a:r>
              <a:rPr sz="2400" spc="60" dirty="0">
                <a:solidFill>
                  <a:srgbClr val="1B1B0F"/>
                </a:solidFill>
                <a:latin typeface="Trebuchet MS"/>
                <a:cs typeface="Trebuchet MS"/>
              </a:rPr>
              <a:t>buffer</a:t>
            </a:r>
            <a:endParaRPr sz="2400">
              <a:latin typeface="Trebuchet MS"/>
              <a:cs typeface="Trebuchet MS"/>
            </a:endParaRPr>
          </a:p>
          <a:p>
            <a:pPr marL="280035" marR="558800" indent="-267970">
              <a:lnSpc>
                <a:spcPct val="100000"/>
              </a:lnSpc>
              <a:spcBef>
                <a:spcPts val="2000"/>
              </a:spcBef>
              <a:buChar char="•"/>
              <a:tabLst>
                <a:tab pos="280035" algn="l"/>
              </a:tabLst>
            </a:pPr>
            <a:r>
              <a:rPr sz="2400" spc="114" dirty="0">
                <a:solidFill>
                  <a:srgbClr val="1B1B0F"/>
                </a:solidFill>
                <a:latin typeface="Trebuchet MS"/>
                <a:cs typeface="Trebuchet MS"/>
              </a:rPr>
              <a:t>While</a:t>
            </a:r>
            <a:r>
              <a:rPr sz="2400" spc="75" dirty="0">
                <a:solidFill>
                  <a:srgbClr val="1B1B0F"/>
                </a:solidFill>
                <a:latin typeface="Trebuchet MS"/>
                <a:cs typeface="Trebuchet MS"/>
              </a:rPr>
              <a:t> </a:t>
            </a:r>
            <a:r>
              <a:rPr sz="2400" spc="165" dirty="0">
                <a:solidFill>
                  <a:srgbClr val="1B1B0F"/>
                </a:solidFill>
                <a:latin typeface="Trebuchet MS"/>
                <a:cs typeface="Trebuchet MS"/>
              </a:rPr>
              <a:t>Display</a:t>
            </a:r>
            <a:r>
              <a:rPr sz="2400" spc="70" dirty="0">
                <a:solidFill>
                  <a:srgbClr val="1B1B0F"/>
                </a:solidFill>
                <a:latin typeface="Trebuchet MS"/>
                <a:cs typeface="Trebuchet MS"/>
              </a:rPr>
              <a:t> controller</a:t>
            </a:r>
            <a:r>
              <a:rPr sz="2400" spc="75" dirty="0">
                <a:solidFill>
                  <a:srgbClr val="1B1B0F"/>
                </a:solidFill>
                <a:latin typeface="Trebuchet MS"/>
                <a:cs typeface="Trebuchet MS"/>
              </a:rPr>
              <a:t> </a:t>
            </a:r>
            <a:r>
              <a:rPr sz="2400" dirty="0">
                <a:solidFill>
                  <a:srgbClr val="1B1B0F"/>
                </a:solidFill>
                <a:latin typeface="Trebuchet MS"/>
                <a:cs typeface="Trebuchet MS"/>
              </a:rPr>
              <a:t>fills</a:t>
            </a:r>
            <a:r>
              <a:rPr sz="2400" spc="70" dirty="0">
                <a:solidFill>
                  <a:srgbClr val="1B1B0F"/>
                </a:solidFill>
                <a:latin typeface="Trebuchet MS"/>
                <a:cs typeface="Trebuchet MS"/>
              </a:rPr>
              <a:t> </a:t>
            </a:r>
            <a:r>
              <a:rPr sz="2400" spc="110" dirty="0">
                <a:solidFill>
                  <a:srgbClr val="1B1B0F"/>
                </a:solidFill>
                <a:latin typeface="Trebuchet MS"/>
                <a:cs typeface="Trebuchet MS"/>
              </a:rPr>
              <a:t>the</a:t>
            </a:r>
            <a:r>
              <a:rPr sz="2400" spc="65" dirty="0">
                <a:solidFill>
                  <a:srgbClr val="1B1B0F"/>
                </a:solidFill>
                <a:latin typeface="Trebuchet MS"/>
                <a:cs typeface="Trebuchet MS"/>
              </a:rPr>
              <a:t> </a:t>
            </a:r>
            <a:r>
              <a:rPr sz="2400" spc="130" dirty="0">
                <a:solidFill>
                  <a:srgbClr val="1B1B0F"/>
                </a:solidFill>
                <a:latin typeface="Trebuchet MS"/>
                <a:cs typeface="Trebuchet MS"/>
              </a:rPr>
              <a:t>primary </a:t>
            </a:r>
            <a:r>
              <a:rPr sz="2400" spc="-10" dirty="0">
                <a:solidFill>
                  <a:srgbClr val="1B1B0F"/>
                </a:solidFill>
                <a:latin typeface="Trebuchet MS"/>
                <a:cs typeface="Trebuchet MS"/>
              </a:rPr>
              <a:t>buffer.</a:t>
            </a:r>
            <a:endParaRPr sz="2400">
              <a:latin typeface="Trebuchet MS"/>
              <a:cs typeface="Trebuchet MS"/>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Screen</a:t>
            </a:r>
            <a:r>
              <a:rPr spc="-165" dirty="0"/>
              <a:t> </a:t>
            </a:r>
            <a:r>
              <a:rPr spc="-10" dirty="0"/>
              <a:t>Refreshing</a:t>
            </a:r>
          </a:p>
        </p:txBody>
      </p:sp>
      <p:sp>
        <p:nvSpPr>
          <p:cNvPr id="3" name="object 3"/>
          <p:cNvSpPr txBox="1"/>
          <p:nvPr/>
        </p:nvSpPr>
        <p:spPr>
          <a:xfrm>
            <a:off x="870026" y="2389949"/>
            <a:ext cx="6216015" cy="3602354"/>
          </a:xfrm>
          <a:prstGeom prst="rect">
            <a:avLst/>
          </a:prstGeom>
        </p:spPr>
        <p:txBody>
          <a:bodyPr vert="horz" wrap="square" lIns="0" tIns="12700" rIns="0" bIns="0" rtlCol="0">
            <a:spAutoFit/>
          </a:bodyPr>
          <a:lstStyle/>
          <a:p>
            <a:pPr marL="280035" marR="5080" indent="-267970">
              <a:lnSpc>
                <a:spcPct val="100000"/>
              </a:lnSpc>
              <a:spcBef>
                <a:spcPts val="100"/>
              </a:spcBef>
              <a:buChar char="•"/>
              <a:tabLst>
                <a:tab pos="280035" algn="l"/>
              </a:tabLst>
            </a:pPr>
            <a:r>
              <a:rPr sz="2400" spc="114" dirty="0">
                <a:solidFill>
                  <a:srgbClr val="1B1B0F"/>
                </a:solidFill>
                <a:latin typeface="Trebuchet MS"/>
                <a:cs typeface="Trebuchet MS"/>
              </a:rPr>
              <a:t>Light</a:t>
            </a:r>
            <a:r>
              <a:rPr sz="2400" spc="40" dirty="0">
                <a:solidFill>
                  <a:srgbClr val="1B1B0F"/>
                </a:solidFill>
                <a:latin typeface="Trebuchet MS"/>
                <a:cs typeface="Trebuchet MS"/>
              </a:rPr>
              <a:t> </a:t>
            </a:r>
            <a:r>
              <a:rPr sz="2400" spc="110" dirty="0">
                <a:solidFill>
                  <a:srgbClr val="1B1B0F"/>
                </a:solidFill>
                <a:latin typeface="Trebuchet MS"/>
                <a:cs typeface="Trebuchet MS"/>
              </a:rPr>
              <a:t>from</a:t>
            </a:r>
            <a:r>
              <a:rPr sz="2400" spc="60" dirty="0">
                <a:solidFill>
                  <a:srgbClr val="1B1B0F"/>
                </a:solidFill>
                <a:latin typeface="Trebuchet MS"/>
                <a:cs typeface="Trebuchet MS"/>
              </a:rPr>
              <a:t> </a:t>
            </a:r>
            <a:r>
              <a:rPr sz="2400" spc="110" dirty="0">
                <a:solidFill>
                  <a:srgbClr val="1B1B0F"/>
                </a:solidFill>
                <a:latin typeface="Trebuchet MS"/>
                <a:cs typeface="Trebuchet MS"/>
              </a:rPr>
              <a:t>pixels</a:t>
            </a:r>
            <a:r>
              <a:rPr sz="2400" spc="50" dirty="0">
                <a:solidFill>
                  <a:srgbClr val="1B1B0F"/>
                </a:solidFill>
                <a:latin typeface="Trebuchet MS"/>
                <a:cs typeface="Trebuchet MS"/>
              </a:rPr>
              <a:t> </a:t>
            </a:r>
            <a:r>
              <a:rPr sz="2400" spc="55" dirty="0">
                <a:solidFill>
                  <a:srgbClr val="1B1B0F"/>
                </a:solidFill>
                <a:latin typeface="Trebuchet MS"/>
                <a:cs typeface="Trebuchet MS"/>
              </a:rPr>
              <a:t>after</a:t>
            </a:r>
            <a:r>
              <a:rPr sz="2400" spc="50" dirty="0">
                <a:solidFill>
                  <a:srgbClr val="1B1B0F"/>
                </a:solidFill>
                <a:latin typeface="Trebuchet MS"/>
                <a:cs typeface="Trebuchet MS"/>
              </a:rPr>
              <a:t> </a:t>
            </a:r>
            <a:r>
              <a:rPr sz="2400" spc="85" dirty="0">
                <a:solidFill>
                  <a:srgbClr val="1B1B0F"/>
                </a:solidFill>
                <a:latin typeface="Trebuchet MS"/>
                <a:cs typeface="Trebuchet MS"/>
              </a:rPr>
              <a:t>excitation</a:t>
            </a:r>
            <a:r>
              <a:rPr sz="2400" spc="60" dirty="0">
                <a:solidFill>
                  <a:srgbClr val="1B1B0F"/>
                </a:solidFill>
                <a:latin typeface="Trebuchet MS"/>
                <a:cs typeface="Trebuchet MS"/>
              </a:rPr>
              <a:t> </a:t>
            </a:r>
            <a:r>
              <a:rPr sz="2400" spc="105" dirty="0">
                <a:solidFill>
                  <a:srgbClr val="1B1B0F"/>
                </a:solidFill>
                <a:latin typeface="Trebuchet MS"/>
                <a:cs typeface="Trebuchet MS"/>
              </a:rPr>
              <a:t>starts </a:t>
            </a:r>
            <a:r>
              <a:rPr sz="2400" spc="165" dirty="0">
                <a:solidFill>
                  <a:srgbClr val="1B1B0F"/>
                </a:solidFill>
                <a:latin typeface="Trebuchet MS"/>
                <a:cs typeface="Trebuchet MS"/>
              </a:rPr>
              <a:t>decaying</a:t>
            </a:r>
            <a:r>
              <a:rPr sz="2400" spc="50" dirty="0">
                <a:solidFill>
                  <a:srgbClr val="1B1B0F"/>
                </a:solidFill>
                <a:latin typeface="Trebuchet MS"/>
                <a:cs typeface="Trebuchet MS"/>
              </a:rPr>
              <a:t> </a:t>
            </a:r>
            <a:r>
              <a:rPr sz="2400" spc="150" dirty="0">
                <a:solidFill>
                  <a:srgbClr val="1B1B0F"/>
                </a:solidFill>
                <a:latin typeface="Trebuchet MS"/>
                <a:cs typeface="Trebuchet MS"/>
              </a:rPr>
              <a:t>over</a:t>
            </a:r>
            <a:r>
              <a:rPr sz="2400" spc="50" dirty="0">
                <a:solidFill>
                  <a:srgbClr val="1B1B0F"/>
                </a:solidFill>
                <a:latin typeface="Trebuchet MS"/>
                <a:cs typeface="Trebuchet MS"/>
              </a:rPr>
              <a:t> </a:t>
            </a:r>
            <a:r>
              <a:rPr sz="2400" spc="40" dirty="0">
                <a:solidFill>
                  <a:srgbClr val="1B1B0F"/>
                </a:solidFill>
                <a:latin typeface="Trebuchet MS"/>
                <a:cs typeface="Trebuchet MS"/>
              </a:rPr>
              <a:t>time.</a:t>
            </a:r>
            <a:endParaRPr sz="2400">
              <a:latin typeface="Trebuchet MS"/>
              <a:cs typeface="Trebuchet MS"/>
            </a:endParaRPr>
          </a:p>
          <a:p>
            <a:pPr marL="280035" indent="-267335">
              <a:lnSpc>
                <a:spcPct val="100000"/>
              </a:lnSpc>
              <a:spcBef>
                <a:spcPts val="2000"/>
              </a:spcBef>
              <a:buChar char="•"/>
              <a:tabLst>
                <a:tab pos="280035" algn="l"/>
              </a:tabLst>
            </a:pPr>
            <a:r>
              <a:rPr sz="2400" dirty="0">
                <a:solidFill>
                  <a:srgbClr val="1B1B0F"/>
                </a:solidFill>
                <a:latin typeface="Trebuchet MS"/>
                <a:cs typeface="Trebuchet MS"/>
              </a:rPr>
              <a:t>It</a:t>
            </a:r>
            <a:r>
              <a:rPr sz="2400" spc="40" dirty="0">
                <a:solidFill>
                  <a:srgbClr val="1B1B0F"/>
                </a:solidFill>
                <a:latin typeface="Trebuchet MS"/>
                <a:cs typeface="Trebuchet MS"/>
              </a:rPr>
              <a:t> </a:t>
            </a:r>
            <a:r>
              <a:rPr sz="2400" spc="160" dirty="0">
                <a:solidFill>
                  <a:srgbClr val="1B1B0F"/>
                </a:solidFill>
                <a:latin typeface="Trebuchet MS"/>
                <a:cs typeface="Trebuchet MS"/>
              </a:rPr>
              <a:t>might</a:t>
            </a:r>
            <a:r>
              <a:rPr sz="2400" spc="50" dirty="0">
                <a:solidFill>
                  <a:srgbClr val="1B1B0F"/>
                </a:solidFill>
                <a:latin typeface="Trebuchet MS"/>
                <a:cs typeface="Trebuchet MS"/>
              </a:rPr>
              <a:t> </a:t>
            </a:r>
            <a:r>
              <a:rPr sz="2400" spc="120" dirty="0">
                <a:solidFill>
                  <a:srgbClr val="1B1B0F"/>
                </a:solidFill>
                <a:latin typeface="Trebuchet MS"/>
                <a:cs typeface="Trebuchet MS"/>
              </a:rPr>
              <a:t>lead</a:t>
            </a:r>
            <a:r>
              <a:rPr sz="2400" spc="55" dirty="0">
                <a:solidFill>
                  <a:srgbClr val="1B1B0F"/>
                </a:solidFill>
                <a:latin typeface="Trebuchet MS"/>
                <a:cs typeface="Trebuchet MS"/>
              </a:rPr>
              <a:t> </a:t>
            </a:r>
            <a:r>
              <a:rPr sz="2400" spc="75" dirty="0">
                <a:solidFill>
                  <a:srgbClr val="1B1B0F"/>
                </a:solidFill>
                <a:latin typeface="Trebuchet MS"/>
                <a:cs typeface="Trebuchet MS"/>
              </a:rPr>
              <a:t>to</a:t>
            </a:r>
            <a:r>
              <a:rPr sz="2400" spc="60" dirty="0">
                <a:solidFill>
                  <a:srgbClr val="1B1B0F"/>
                </a:solidFill>
                <a:latin typeface="Trebuchet MS"/>
                <a:cs typeface="Trebuchet MS"/>
              </a:rPr>
              <a:t> </a:t>
            </a:r>
            <a:r>
              <a:rPr sz="2400" spc="135" dirty="0">
                <a:solidFill>
                  <a:srgbClr val="1B1B0F"/>
                </a:solidFill>
                <a:latin typeface="Trebuchet MS"/>
                <a:cs typeface="Trebuchet MS"/>
              </a:rPr>
              <a:t>fading</a:t>
            </a:r>
            <a:r>
              <a:rPr sz="2400" spc="50" dirty="0">
                <a:solidFill>
                  <a:srgbClr val="1B1B0F"/>
                </a:solidFill>
                <a:latin typeface="Trebuchet MS"/>
                <a:cs typeface="Trebuchet MS"/>
              </a:rPr>
              <a:t> </a:t>
            </a:r>
            <a:r>
              <a:rPr sz="2400" spc="65" dirty="0">
                <a:solidFill>
                  <a:srgbClr val="1B1B0F"/>
                </a:solidFill>
                <a:latin typeface="Trebuchet MS"/>
                <a:cs typeface="Trebuchet MS"/>
              </a:rPr>
              <a:t>of</a:t>
            </a:r>
            <a:r>
              <a:rPr sz="2400" spc="55" dirty="0">
                <a:solidFill>
                  <a:srgbClr val="1B1B0F"/>
                </a:solidFill>
                <a:latin typeface="Trebuchet MS"/>
                <a:cs typeface="Trebuchet MS"/>
              </a:rPr>
              <a:t> </a:t>
            </a:r>
            <a:r>
              <a:rPr sz="2400" spc="110" dirty="0">
                <a:solidFill>
                  <a:srgbClr val="1B1B0F"/>
                </a:solidFill>
                <a:latin typeface="Trebuchet MS"/>
                <a:cs typeface="Trebuchet MS"/>
              </a:rPr>
              <a:t>the</a:t>
            </a:r>
            <a:r>
              <a:rPr sz="2400" spc="50" dirty="0">
                <a:solidFill>
                  <a:srgbClr val="1B1B0F"/>
                </a:solidFill>
                <a:latin typeface="Trebuchet MS"/>
                <a:cs typeface="Trebuchet MS"/>
              </a:rPr>
              <a:t> </a:t>
            </a:r>
            <a:r>
              <a:rPr sz="2400" spc="95" dirty="0">
                <a:solidFill>
                  <a:srgbClr val="1B1B0F"/>
                </a:solidFill>
                <a:latin typeface="Trebuchet MS"/>
                <a:cs typeface="Trebuchet MS"/>
              </a:rPr>
              <a:t>screen.</a:t>
            </a:r>
            <a:endParaRPr sz="2400">
              <a:latin typeface="Trebuchet MS"/>
              <a:cs typeface="Trebuchet MS"/>
            </a:endParaRPr>
          </a:p>
          <a:p>
            <a:pPr marL="280035" marR="695960" indent="-267970">
              <a:lnSpc>
                <a:spcPct val="100000"/>
              </a:lnSpc>
              <a:spcBef>
                <a:spcPts val="2000"/>
              </a:spcBef>
              <a:buChar char="•"/>
              <a:tabLst>
                <a:tab pos="280035" algn="l"/>
              </a:tabLst>
            </a:pPr>
            <a:r>
              <a:rPr sz="2400" spc="95" dirty="0">
                <a:solidFill>
                  <a:srgbClr val="1B1B0F"/>
                </a:solidFill>
                <a:latin typeface="Trebuchet MS"/>
                <a:cs typeface="Trebuchet MS"/>
              </a:rPr>
              <a:t>Excitation</a:t>
            </a:r>
            <a:r>
              <a:rPr sz="2400" spc="50" dirty="0">
                <a:solidFill>
                  <a:srgbClr val="1B1B0F"/>
                </a:solidFill>
                <a:latin typeface="Trebuchet MS"/>
                <a:cs typeface="Trebuchet MS"/>
              </a:rPr>
              <a:t> </a:t>
            </a:r>
            <a:r>
              <a:rPr sz="2400" spc="60" dirty="0">
                <a:solidFill>
                  <a:srgbClr val="1B1B0F"/>
                </a:solidFill>
                <a:latin typeface="Trebuchet MS"/>
                <a:cs typeface="Trebuchet MS"/>
              </a:rPr>
              <a:t>of</a:t>
            </a:r>
            <a:r>
              <a:rPr sz="2400" spc="55" dirty="0">
                <a:solidFill>
                  <a:srgbClr val="1B1B0F"/>
                </a:solidFill>
                <a:latin typeface="Trebuchet MS"/>
                <a:cs typeface="Trebuchet MS"/>
              </a:rPr>
              <a:t> </a:t>
            </a:r>
            <a:r>
              <a:rPr sz="2400" spc="110" dirty="0">
                <a:solidFill>
                  <a:srgbClr val="1B1B0F"/>
                </a:solidFill>
                <a:latin typeface="Trebuchet MS"/>
                <a:cs typeface="Trebuchet MS"/>
              </a:rPr>
              <a:t>pixels</a:t>
            </a:r>
            <a:r>
              <a:rPr sz="2400" spc="45" dirty="0">
                <a:solidFill>
                  <a:srgbClr val="1B1B0F"/>
                </a:solidFill>
                <a:latin typeface="Trebuchet MS"/>
                <a:cs typeface="Trebuchet MS"/>
              </a:rPr>
              <a:t> </a:t>
            </a:r>
            <a:r>
              <a:rPr sz="2400" spc="190" dirty="0">
                <a:solidFill>
                  <a:srgbClr val="1B1B0F"/>
                </a:solidFill>
                <a:latin typeface="Trebuchet MS"/>
                <a:cs typeface="Trebuchet MS"/>
              </a:rPr>
              <a:t>does</a:t>
            </a:r>
            <a:r>
              <a:rPr sz="2400" spc="50" dirty="0">
                <a:solidFill>
                  <a:srgbClr val="1B1B0F"/>
                </a:solidFill>
                <a:latin typeface="Trebuchet MS"/>
                <a:cs typeface="Trebuchet MS"/>
              </a:rPr>
              <a:t> </a:t>
            </a:r>
            <a:r>
              <a:rPr sz="2400" spc="120" dirty="0">
                <a:solidFill>
                  <a:srgbClr val="1B1B0F"/>
                </a:solidFill>
                <a:latin typeface="Trebuchet MS"/>
                <a:cs typeface="Trebuchet MS"/>
              </a:rPr>
              <a:t>not</a:t>
            </a:r>
            <a:r>
              <a:rPr sz="2400" spc="60" dirty="0">
                <a:solidFill>
                  <a:srgbClr val="1B1B0F"/>
                </a:solidFill>
                <a:latin typeface="Trebuchet MS"/>
                <a:cs typeface="Trebuchet MS"/>
              </a:rPr>
              <a:t> </a:t>
            </a:r>
            <a:r>
              <a:rPr sz="2400" spc="120" dirty="0">
                <a:solidFill>
                  <a:srgbClr val="1B1B0F"/>
                </a:solidFill>
                <a:latin typeface="Trebuchet MS"/>
                <a:cs typeface="Trebuchet MS"/>
              </a:rPr>
              <a:t>occur </a:t>
            </a:r>
            <a:r>
              <a:rPr sz="2400" spc="95" dirty="0">
                <a:solidFill>
                  <a:srgbClr val="1B1B0F"/>
                </a:solidFill>
                <a:latin typeface="Trebuchet MS"/>
                <a:cs typeface="Trebuchet MS"/>
              </a:rPr>
              <a:t>simultaneously.</a:t>
            </a:r>
            <a:endParaRPr sz="2400">
              <a:latin typeface="Trebuchet MS"/>
              <a:cs typeface="Trebuchet MS"/>
            </a:endParaRPr>
          </a:p>
          <a:p>
            <a:pPr marL="280035" indent="-267335">
              <a:lnSpc>
                <a:spcPct val="100000"/>
              </a:lnSpc>
              <a:spcBef>
                <a:spcPts val="2000"/>
              </a:spcBef>
              <a:buChar char="•"/>
              <a:tabLst>
                <a:tab pos="280035" algn="l"/>
              </a:tabLst>
            </a:pPr>
            <a:r>
              <a:rPr sz="2400" spc="180" dirty="0">
                <a:solidFill>
                  <a:srgbClr val="1B1B0F"/>
                </a:solidFill>
                <a:latin typeface="Trebuchet MS"/>
                <a:cs typeface="Trebuchet MS"/>
              </a:rPr>
              <a:t>Thus</a:t>
            </a:r>
            <a:r>
              <a:rPr sz="2400" spc="50" dirty="0">
                <a:solidFill>
                  <a:srgbClr val="1B1B0F"/>
                </a:solidFill>
                <a:latin typeface="Trebuchet MS"/>
                <a:cs typeface="Trebuchet MS"/>
              </a:rPr>
              <a:t> </a:t>
            </a:r>
            <a:r>
              <a:rPr sz="2400" spc="135" dirty="0">
                <a:solidFill>
                  <a:srgbClr val="1B1B0F"/>
                </a:solidFill>
                <a:latin typeface="Trebuchet MS"/>
                <a:cs typeface="Trebuchet MS"/>
              </a:rPr>
              <a:t>fading</a:t>
            </a:r>
            <a:r>
              <a:rPr sz="2400" spc="55" dirty="0">
                <a:solidFill>
                  <a:srgbClr val="1B1B0F"/>
                </a:solidFill>
                <a:latin typeface="Trebuchet MS"/>
                <a:cs typeface="Trebuchet MS"/>
              </a:rPr>
              <a:t> </a:t>
            </a:r>
            <a:r>
              <a:rPr sz="2400" spc="190" dirty="0">
                <a:solidFill>
                  <a:srgbClr val="1B1B0F"/>
                </a:solidFill>
                <a:latin typeface="Trebuchet MS"/>
                <a:cs typeface="Trebuchet MS"/>
              </a:rPr>
              <a:t>does</a:t>
            </a:r>
            <a:r>
              <a:rPr sz="2400" spc="45" dirty="0">
                <a:solidFill>
                  <a:srgbClr val="1B1B0F"/>
                </a:solidFill>
                <a:latin typeface="Trebuchet MS"/>
                <a:cs typeface="Trebuchet MS"/>
              </a:rPr>
              <a:t> </a:t>
            </a:r>
            <a:r>
              <a:rPr sz="2400" spc="114" dirty="0">
                <a:solidFill>
                  <a:srgbClr val="1B1B0F"/>
                </a:solidFill>
                <a:latin typeface="Trebuchet MS"/>
                <a:cs typeface="Trebuchet MS"/>
              </a:rPr>
              <a:t>sync.</a:t>
            </a:r>
            <a:endParaRPr sz="2400">
              <a:latin typeface="Trebuchet MS"/>
              <a:cs typeface="Trebuchet MS"/>
            </a:endParaRPr>
          </a:p>
          <a:p>
            <a:pPr marL="280035" indent="-267335">
              <a:lnSpc>
                <a:spcPct val="100000"/>
              </a:lnSpc>
              <a:spcBef>
                <a:spcPts val="2000"/>
              </a:spcBef>
              <a:buChar char="•"/>
              <a:tabLst>
                <a:tab pos="280035" algn="l"/>
              </a:tabLst>
            </a:pPr>
            <a:r>
              <a:rPr sz="2400" spc="125" dirty="0">
                <a:solidFill>
                  <a:srgbClr val="1B1B0F"/>
                </a:solidFill>
                <a:latin typeface="Trebuchet MS"/>
                <a:cs typeface="Trebuchet MS"/>
              </a:rPr>
              <a:t>This</a:t>
            </a:r>
            <a:r>
              <a:rPr sz="2400" spc="45" dirty="0">
                <a:solidFill>
                  <a:srgbClr val="1B1B0F"/>
                </a:solidFill>
                <a:latin typeface="Trebuchet MS"/>
                <a:cs typeface="Trebuchet MS"/>
              </a:rPr>
              <a:t> </a:t>
            </a:r>
            <a:r>
              <a:rPr sz="2400" spc="150" dirty="0">
                <a:solidFill>
                  <a:srgbClr val="1B1B0F"/>
                </a:solidFill>
                <a:latin typeface="Trebuchet MS"/>
                <a:cs typeface="Trebuchet MS"/>
              </a:rPr>
              <a:t>leads</a:t>
            </a:r>
            <a:r>
              <a:rPr sz="2400" spc="55" dirty="0">
                <a:solidFill>
                  <a:srgbClr val="1B1B0F"/>
                </a:solidFill>
                <a:latin typeface="Trebuchet MS"/>
                <a:cs typeface="Trebuchet MS"/>
              </a:rPr>
              <a:t> </a:t>
            </a:r>
            <a:r>
              <a:rPr sz="2400" spc="75" dirty="0">
                <a:solidFill>
                  <a:srgbClr val="1B1B0F"/>
                </a:solidFill>
                <a:latin typeface="Trebuchet MS"/>
                <a:cs typeface="Trebuchet MS"/>
              </a:rPr>
              <a:t>to</a:t>
            </a:r>
            <a:r>
              <a:rPr sz="2400" spc="50" dirty="0">
                <a:solidFill>
                  <a:srgbClr val="1B1B0F"/>
                </a:solidFill>
                <a:latin typeface="Trebuchet MS"/>
                <a:cs typeface="Trebuchet MS"/>
              </a:rPr>
              <a:t> </a:t>
            </a:r>
            <a:r>
              <a:rPr sz="2400" spc="90" dirty="0">
                <a:solidFill>
                  <a:srgbClr val="1B1B0F"/>
                </a:solidFill>
                <a:latin typeface="Trebuchet MS"/>
                <a:cs typeface="Trebuchet MS"/>
              </a:rPr>
              <a:t>distortion</a:t>
            </a:r>
            <a:r>
              <a:rPr sz="2400" spc="55" dirty="0">
                <a:solidFill>
                  <a:srgbClr val="1B1B0F"/>
                </a:solidFill>
                <a:latin typeface="Trebuchet MS"/>
                <a:cs typeface="Trebuchet MS"/>
              </a:rPr>
              <a:t> </a:t>
            </a:r>
            <a:r>
              <a:rPr sz="2400" spc="60" dirty="0">
                <a:solidFill>
                  <a:srgbClr val="1B1B0F"/>
                </a:solidFill>
                <a:latin typeface="Trebuchet MS"/>
                <a:cs typeface="Trebuchet MS"/>
              </a:rPr>
              <a:t>of</a:t>
            </a:r>
            <a:r>
              <a:rPr sz="2400" spc="55" dirty="0">
                <a:solidFill>
                  <a:srgbClr val="1B1B0F"/>
                </a:solidFill>
                <a:latin typeface="Trebuchet MS"/>
                <a:cs typeface="Trebuchet MS"/>
              </a:rPr>
              <a:t> </a:t>
            </a:r>
            <a:r>
              <a:rPr sz="2400" spc="200" dirty="0">
                <a:solidFill>
                  <a:srgbClr val="1B1B0F"/>
                </a:solidFill>
                <a:latin typeface="Trebuchet MS"/>
                <a:cs typeface="Trebuchet MS"/>
              </a:rPr>
              <a:t>images</a:t>
            </a:r>
            <a:endParaRPr sz="2400">
              <a:latin typeface="Trebuchet MS"/>
              <a:cs typeface="Trebuchet MS"/>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Screen</a:t>
            </a:r>
            <a:r>
              <a:rPr spc="-165" dirty="0"/>
              <a:t> </a:t>
            </a:r>
            <a:r>
              <a:rPr spc="-10" dirty="0"/>
              <a:t>Refreshing</a:t>
            </a:r>
          </a:p>
        </p:txBody>
      </p:sp>
      <p:sp>
        <p:nvSpPr>
          <p:cNvPr id="3" name="object 3"/>
          <p:cNvSpPr txBox="1"/>
          <p:nvPr/>
        </p:nvSpPr>
        <p:spPr>
          <a:xfrm>
            <a:off x="870026" y="2389949"/>
            <a:ext cx="7337425" cy="2982595"/>
          </a:xfrm>
          <a:prstGeom prst="rect">
            <a:avLst/>
          </a:prstGeom>
        </p:spPr>
        <p:txBody>
          <a:bodyPr vert="horz" wrap="square" lIns="0" tIns="12700" rIns="0" bIns="0" rtlCol="0">
            <a:spAutoFit/>
          </a:bodyPr>
          <a:lstStyle/>
          <a:p>
            <a:pPr marL="280035" marR="664210" indent="-267970">
              <a:lnSpc>
                <a:spcPct val="100000"/>
              </a:lnSpc>
              <a:spcBef>
                <a:spcPts val="100"/>
              </a:spcBef>
              <a:buChar char="•"/>
              <a:tabLst>
                <a:tab pos="280035" algn="l"/>
              </a:tabLst>
            </a:pPr>
            <a:r>
              <a:rPr sz="2400" dirty="0">
                <a:solidFill>
                  <a:srgbClr val="1B1B0F"/>
                </a:solidFill>
                <a:latin typeface="Trebuchet MS"/>
                <a:cs typeface="Trebuchet MS"/>
              </a:rPr>
              <a:t>To</a:t>
            </a:r>
            <a:r>
              <a:rPr sz="2400" spc="30" dirty="0">
                <a:solidFill>
                  <a:srgbClr val="1B1B0F"/>
                </a:solidFill>
                <a:latin typeface="Trebuchet MS"/>
                <a:cs typeface="Trebuchet MS"/>
              </a:rPr>
              <a:t> </a:t>
            </a:r>
            <a:r>
              <a:rPr sz="2400" spc="150" dirty="0">
                <a:solidFill>
                  <a:srgbClr val="1B1B0F"/>
                </a:solidFill>
                <a:latin typeface="Trebuchet MS"/>
                <a:cs typeface="Trebuchet MS"/>
              </a:rPr>
              <a:t>avoid</a:t>
            </a:r>
            <a:r>
              <a:rPr sz="2400" spc="25" dirty="0">
                <a:solidFill>
                  <a:srgbClr val="1B1B0F"/>
                </a:solidFill>
                <a:latin typeface="Trebuchet MS"/>
                <a:cs typeface="Trebuchet MS"/>
              </a:rPr>
              <a:t> </a:t>
            </a:r>
            <a:r>
              <a:rPr sz="2400" spc="60" dirty="0">
                <a:solidFill>
                  <a:srgbClr val="1B1B0F"/>
                </a:solidFill>
                <a:latin typeface="Trebuchet MS"/>
                <a:cs typeface="Trebuchet MS"/>
              </a:rPr>
              <a:t>this,</a:t>
            </a:r>
            <a:r>
              <a:rPr sz="2400" spc="35" dirty="0">
                <a:solidFill>
                  <a:srgbClr val="1B1B0F"/>
                </a:solidFill>
                <a:latin typeface="Trebuchet MS"/>
                <a:cs typeface="Trebuchet MS"/>
              </a:rPr>
              <a:t> </a:t>
            </a:r>
            <a:r>
              <a:rPr sz="2400" spc="160" dirty="0">
                <a:solidFill>
                  <a:srgbClr val="1B1B0F"/>
                </a:solidFill>
                <a:latin typeface="Trebuchet MS"/>
                <a:cs typeface="Trebuchet MS"/>
              </a:rPr>
              <a:t>we</a:t>
            </a:r>
            <a:r>
              <a:rPr sz="2400" spc="20" dirty="0">
                <a:solidFill>
                  <a:srgbClr val="1B1B0F"/>
                </a:solidFill>
                <a:latin typeface="Trebuchet MS"/>
                <a:cs typeface="Trebuchet MS"/>
              </a:rPr>
              <a:t> </a:t>
            </a:r>
            <a:r>
              <a:rPr sz="2400" spc="170" dirty="0">
                <a:solidFill>
                  <a:srgbClr val="1B1B0F"/>
                </a:solidFill>
                <a:latin typeface="Trebuchet MS"/>
                <a:cs typeface="Trebuchet MS"/>
              </a:rPr>
              <a:t>need</a:t>
            </a:r>
            <a:r>
              <a:rPr sz="2400" spc="25" dirty="0">
                <a:solidFill>
                  <a:srgbClr val="1B1B0F"/>
                </a:solidFill>
                <a:latin typeface="Trebuchet MS"/>
                <a:cs typeface="Trebuchet MS"/>
              </a:rPr>
              <a:t> </a:t>
            </a:r>
            <a:r>
              <a:rPr sz="2400" spc="75" dirty="0">
                <a:solidFill>
                  <a:srgbClr val="1B1B0F"/>
                </a:solidFill>
                <a:latin typeface="Trebuchet MS"/>
                <a:cs typeface="Trebuchet MS"/>
              </a:rPr>
              <a:t>to</a:t>
            </a:r>
            <a:r>
              <a:rPr sz="2400" spc="25" dirty="0">
                <a:solidFill>
                  <a:srgbClr val="1B1B0F"/>
                </a:solidFill>
                <a:latin typeface="Trebuchet MS"/>
                <a:cs typeface="Trebuchet MS"/>
              </a:rPr>
              <a:t> </a:t>
            </a:r>
            <a:r>
              <a:rPr sz="2400" spc="80" dirty="0">
                <a:solidFill>
                  <a:srgbClr val="1B1B0F"/>
                </a:solidFill>
                <a:latin typeface="Trebuchet MS"/>
                <a:cs typeface="Trebuchet MS"/>
              </a:rPr>
              <a:t>excite</a:t>
            </a:r>
            <a:r>
              <a:rPr sz="2400" spc="20" dirty="0">
                <a:solidFill>
                  <a:srgbClr val="1B1B0F"/>
                </a:solidFill>
                <a:latin typeface="Trebuchet MS"/>
                <a:cs typeface="Trebuchet MS"/>
              </a:rPr>
              <a:t> </a:t>
            </a:r>
            <a:r>
              <a:rPr sz="2400" spc="114" dirty="0">
                <a:solidFill>
                  <a:srgbClr val="1B1B0F"/>
                </a:solidFill>
                <a:latin typeface="Trebuchet MS"/>
                <a:cs typeface="Trebuchet MS"/>
              </a:rPr>
              <a:t>the</a:t>
            </a:r>
            <a:r>
              <a:rPr sz="2400" spc="20" dirty="0">
                <a:solidFill>
                  <a:srgbClr val="1B1B0F"/>
                </a:solidFill>
                <a:latin typeface="Trebuchet MS"/>
                <a:cs typeface="Trebuchet MS"/>
              </a:rPr>
              <a:t> </a:t>
            </a:r>
            <a:r>
              <a:rPr sz="2400" spc="100" dirty="0">
                <a:solidFill>
                  <a:srgbClr val="1B1B0F"/>
                </a:solidFill>
                <a:latin typeface="Trebuchet MS"/>
                <a:cs typeface="Trebuchet MS"/>
              </a:rPr>
              <a:t>pixels </a:t>
            </a:r>
            <a:r>
              <a:rPr sz="2400" spc="35" dirty="0">
                <a:solidFill>
                  <a:srgbClr val="1B1B0F"/>
                </a:solidFill>
                <a:latin typeface="Trebuchet MS"/>
                <a:cs typeface="Trebuchet MS"/>
              </a:rPr>
              <a:t>periodically.</a:t>
            </a:r>
            <a:endParaRPr sz="2400">
              <a:latin typeface="Trebuchet MS"/>
              <a:cs typeface="Trebuchet MS"/>
            </a:endParaRPr>
          </a:p>
          <a:p>
            <a:pPr marL="280035" indent="-267335">
              <a:lnSpc>
                <a:spcPct val="100000"/>
              </a:lnSpc>
              <a:spcBef>
                <a:spcPts val="2000"/>
              </a:spcBef>
              <a:buChar char="•"/>
              <a:tabLst>
                <a:tab pos="280035" algn="l"/>
              </a:tabLst>
            </a:pPr>
            <a:r>
              <a:rPr sz="2400" spc="125" dirty="0">
                <a:solidFill>
                  <a:srgbClr val="1B1B0F"/>
                </a:solidFill>
                <a:latin typeface="Trebuchet MS"/>
                <a:cs typeface="Trebuchet MS"/>
              </a:rPr>
              <a:t>This</a:t>
            </a:r>
            <a:r>
              <a:rPr sz="2400" spc="45" dirty="0">
                <a:solidFill>
                  <a:srgbClr val="1B1B0F"/>
                </a:solidFill>
                <a:latin typeface="Trebuchet MS"/>
                <a:cs typeface="Trebuchet MS"/>
              </a:rPr>
              <a:t> </a:t>
            </a:r>
            <a:r>
              <a:rPr sz="2400" spc="120" dirty="0">
                <a:solidFill>
                  <a:srgbClr val="1B1B0F"/>
                </a:solidFill>
                <a:latin typeface="Trebuchet MS"/>
                <a:cs typeface="Trebuchet MS"/>
              </a:rPr>
              <a:t>is</a:t>
            </a:r>
            <a:r>
              <a:rPr sz="2400" spc="50" dirty="0">
                <a:solidFill>
                  <a:srgbClr val="1B1B0F"/>
                </a:solidFill>
                <a:latin typeface="Trebuchet MS"/>
                <a:cs typeface="Trebuchet MS"/>
              </a:rPr>
              <a:t> </a:t>
            </a:r>
            <a:r>
              <a:rPr sz="2400" spc="90" dirty="0">
                <a:solidFill>
                  <a:srgbClr val="1B1B0F"/>
                </a:solidFill>
                <a:latin typeface="Trebuchet MS"/>
                <a:cs typeface="Trebuchet MS"/>
              </a:rPr>
              <a:t>called</a:t>
            </a:r>
            <a:r>
              <a:rPr sz="2400" spc="50" dirty="0">
                <a:solidFill>
                  <a:srgbClr val="1B1B0F"/>
                </a:solidFill>
                <a:latin typeface="Trebuchet MS"/>
                <a:cs typeface="Trebuchet MS"/>
              </a:rPr>
              <a:t> </a:t>
            </a:r>
            <a:r>
              <a:rPr sz="2400" spc="85" dirty="0">
                <a:solidFill>
                  <a:srgbClr val="1B1B0F"/>
                </a:solidFill>
                <a:latin typeface="Trebuchet MS"/>
                <a:cs typeface="Trebuchet MS"/>
              </a:rPr>
              <a:t>refreshing.</a:t>
            </a:r>
            <a:endParaRPr sz="2400">
              <a:latin typeface="Trebuchet MS"/>
              <a:cs typeface="Trebuchet MS"/>
            </a:endParaRPr>
          </a:p>
          <a:p>
            <a:pPr marL="280035" marR="5080" indent="-267970">
              <a:lnSpc>
                <a:spcPct val="100000"/>
              </a:lnSpc>
              <a:spcBef>
                <a:spcPts val="2000"/>
              </a:spcBef>
              <a:buChar char="•"/>
              <a:tabLst>
                <a:tab pos="280035" algn="l"/>
              </a:tabLst>
            </a:pPr>
            <a:r>
              <a:rPr sz="2400" spc="120" dirty="0">
                <a:solidFill>
                  <a:srgbClr val="1B1B0F"/>
                </a:solidFill>
                <a:latin typeface="Trebuchet MS"/>
                <a:cs typeface="Trebuchet MS"/>
              </a:rPr>
              <a:t>Refresh</a:t>
            </a:r>
            <a:r>
              <a:rPr sz="2400" spc="55" dirty="0">
                <a:solidFill>
                  <a:srgbClr val="1B1B0F"/>
                </a:solidFill>
                <a:latin typeface="Trebuchet MS"/>
                <a:cs typeface="Trebuchet MS"/>
              </a:rPr>
              <a:t> </a:t>
            </a:r>
            <a:r>
              <a:rPr sz="2400" spc="95" dirty="0">
                <a:solidFill>
                  <a:srgbClr val="1B1B0F"/>
                </a:solidFill>
                <a:latin typeface="Trebuchet MS"/>
                <a:cs typeface="Trebuchet MS"/>
              </a:rPr>
              <a:t>rate</a:t>
            </a:r>
            <a:r>
              <a:rPr sz="2400" spc="55" dirty="0">
                <a:solidFill>
                  <a:srgbClr val="1B1B0F"/>
                </a:solidFill>
                <a:latin typeface="Trebuchet MS"/>
                <a:cs typeface="Trebuchet MS"/>
              </a:rPr>
              <a:t> </a:t>
            </a:r>
            <a:r>
              <a:rPr sz="2400" spc="120" dirty="0">
                <a:solidFill>
                  <a:srgbClr val="1B1B0F"/>
                </a:solidFill>
                <a:latin typeface="Trebuchet MS"/>
                <a:cs typeface="Trebuchet MS"/>
              </a:rPr>
              <a:t>is</a:t>
            </a:r>
            <a:r>
              <a:rPr sz="2400" spc="50" dirty="0">
                <a:solidFill>
                  <a:srgbClr val="1B1B0F"/>
                </a:solidFill>
                <a:latin typeface="Trebuchet MS"/>
                <a:cs typeface="Trebuchet MS"/>
              </a:rPr>
              <a:t> </a:t>
            </a:r>
            <a:r>
              <a:rPr sz="2400" spc="114" dirty="0">
                <a:solidFill>
                  <a:srgbClr val="1B1B0F"/>
                </a:solidFill>
                <a:latin typeface="Trebuchet MS"/>
                <a:cs typeface="Trebuchet MS"/>
              </a:rPr>
              <a:t>the</a:t>
            </a:r>
            <a:r>
              <a:rPr sz="2400" spc="55" dirty="0">
                <a:solidFill>
                  <a:srgbClr val="1B1B0F"/>
                </a:solidFill>
                <a:latin typeface="Trebuchet MS"/>
                <a:cs typeface="Trebuchet MS"/>
              </a:rPr>
              <a:t> </a:t>
            </a:r>
            <a:r>
              <a:rPr sz="2400" spc="180" dirty="0">
                <a:solidFill>
                  <a:srgbClr val="1B1B0F"/>
                </a:solidFill>
                <a:latin typeface="Trebuchet MS"/>
                <a:cs typeface="Trebuchet MS"/>
              </a:rPr>
              <a:t>number</a:t>
            </a:r>
            <a:r>
              <a:rPr sz="2400" spc="45" dirty="0">
                <a:solidFill>
                  <a:srgbClr val="1B1B0F"/>
                </a:solidFill>
                <a:latin typeface="Trebuchet MS"/>
                <a:cs typeface="Trebuchet MS"/>
              </a:rPr>
              <a:t> </a:t>
            </a:r>
            <a:r>
              <a:rPr sz="2400" spc="60" dirty="0">
                <a:solidFill>
                  <a:srgbClr val="1B1B0F"/>
                </a:solidFill>
                <a:latin typeface="Trebuchet MS"/>
                <a:cs typeface="Trebuchet MS"/>
              </a:rPr>
              <a:t>of</a:t>
            </a:r>
            <a:r>
              <a:rPr sz="2400" spc="55" dirty="0">
                <a:solidFill>
                  <a:srgbClr val="1B1B0F"/>
                </a:solidFill>
                <a:latin typeface="Trebuchet MS"/>
                <a:cs typeface="Trebuchet MS"/>
              </a:rPr>
              <a:t> </a:t>
            </a:r>
            <a:r>
              <a:rPr sz="2400" spc="140" dirty="0">
                <a:solidFill>
                  <a:srgbClr val="1B1B0F"/>
                </a:solidFill>
                <a:latin typeface="Trebuchet MS"/>
                <a:cs typeface="Trebuchet MS"/>
              </a:rPr>
              <a:t>times</a:t>
            </a:r>
            <a:r>
              <a:rPr sz="2400" spc="50" dirty="0">
                <a:solidFill>
                  <a:srgbClr val="1B1B0F"/>
                </a:solidFill>
                <a:latin typeface="Trebuchet MS"/>
                <a:cs typeface="Trebuchet MS"/>
              </a:rPr>
              <a:t> </a:t>
            </a:r>
            <a:r>
              <a:rPr sz="2400" spc="200" dirty="0">
                <a:solidFill>
                  <a:srgbClr val="1B1B0F"/>
                </a:solidFill>
                <a:latin typeface="Trebuchet MS"/>
                <a:cs typeface="Trebuchet MS"/>
              </a:rPr>
              <a:t>a</a:t>
            </a:r>
            <a:r>
              <a:rPr sz="2400" spc="55" dirty="0">
                <a:solidFill>
                  <a:srgbClr val="1B1B0F"/>
                </a:solidFill>
                <a:latin typeface="Trebuchet MS"/>
                <a:cs typeface="Trebuchet MS"/>
              </a:rPr>
              <a:t> </a:t>
            </a:r>
            <a:r>
              <a:rPr sz="2400" spc="180" dirty="0">
                <a:solidFill>
                  <a:srgbClr val="1B1B0F"/>
                </a:solidFill>
                <a:latin typeface="Trebuchet MS"/>
                <a:cs typeface="Trebuchet MS"/>
              </a:rPr>
              <a:t>scene</a:t>
            </a:r>
            <a:r>
              <a:rPr sz="2400" spc="60" dirty="0">
                <a:solidFill>
                  <a:srgbClr val="1B1B0F"/>
                </a:solidFill>
                <a:latin typeface="Trebuchet MS"/>
                <a:cs typeface="Trebuchet MS"/>
              </a:rPr>
              <a:t> </a:t>
            </a:r>
            <a:r>
              <a:rPr sz="2400" spc="95" dirty="0">
                <a:solidFill>
                  <a:srgbClr val="1B1B0F"/>
                </a:solidFill>
                <a:latin typeface="Trebuchet MS"/>
                <a:cs typeface="Trebuchet MS"/>
              </a:rPr>
              <a:t>is </a:t>
            </a:r>
            <a:r>
              <a:rPr sz="2400" spc="114" dirty="0">
                <a:solidFill>
                  <a:srgbClr val="1B1B0F"/>
                </a:solidFill>
                <a:latin typeface="Trebuchet MS"/>
                <a:cs typeface="Trebuchet MS"/>
              </a:rPr>
              <a:t>refreshed</a:t>
            </a:r>
            <a:r>
              <a:rPr sz="2400" spc="50" dirty="0">
                <a:solidFill>
                  <a:srgbClr val="1B1B0F"/>
                </a:solidFill>
                <a:latin typeface="Trebuchet MS"/>
                <a:cs typeface="Trebuchet MS"/>
              </a:rPr>
              <a:t> </a:t>
            </a:r>
            <a:r>
              <a:rPr sz="2400" spc="120" dirty="0">
                <a:solidFill>
                  <a:srgbClr val="1B1B0F"/>
                </a:solidFill>
                <a:latin typeface="Trebuchet MS"/>
                <a:cs typeface="Trebuchet MS"/>
              </a:rPr>
              <a:t>per</a:t>
            </a:r>
            <a:r>
              <a:rPr sz="2400" spc="55" dirty="0">
                <a:solidFill>
                  <a:srgbClr val="1B1B0F"/>
                </a:solidFill>
                <a:latin typeface="Trebuchet MS"/>
                <a:cs typeface="Trebuchet MS"/>
              </a:rPr>
              <a:t> </a:t>
            </a:r>
            <a:r>
              <a:rPr sz="2400" spc="125" dirty="0">
                <a:solidFill>
                  <a:srgbClr val="1B1B0F"/>
                </a:solidFill>
                <a:latin typeface="Trebuchet MS"/>
                <a:cs typeface="Trebuchet MS"/>
              </a:rPr>
              <a:t>second.</a:t>
            </a:r>
            <a:endParaRPr sz="2400">
              <a:latin typeface="Trebuchet MS"/>
              <a:cs typeface="Trebuchet MS"/>
            </a:endParaRPr>
          </a:p>
          <a:p>
            <a:pPr marL="280035" indent="-267335">
              <a:lnSpc>
                <a:spcPct val="100000"/>
              </a:lnSpc>
              <a:spcBef>
                <a:spcPts val="2000"/>
              </a:spcBef>
              <a:buChar char="•"/>
              <a:tabLst>
                <a:tab pos="280035" algn="l"/>
              </a:tabLst>
            </a:pPr>
            <a:r>
              <a:rPr sz="2400" spc="55" dirty="0">
                <a:solidFill>
                  <a:srgbClr val="1B1B0F"/>
                </a:solidFill>
                <a:latin typeface="Trebuchet MS"/>
                <a:cs typeface="Trebuchet MS"/>
              </a:rPr>
              <a:t>Typically</a:t>
            </a:r>
            <a:r>
              <a:rPr sz="2400" spc="40" dirty="0">
                <a:solidFill>
                  <a:srgbClr val="1B1B0F"/>
                </a:solidFill>
                <a:latin typeface="Trebuchet MS"/>
                <a:cs typeface="Trebuchet MS"/>
              </a:rPr>
              <a:t> </a:t>
            </a:r>
            <a:r>
              <a:rPr sz="2400" spc="200" dirty="0">
                <a:solidFill>
                  <a:srgbClr val="1B1B0F"/>
                </a:solidFill>
                <a:latin typeface="Trebuchet MS"/>
                <a:cs typeface="Trebuchet MS"/>
              </a:rPr>
              <a:t>60hz</a:t>
            </a:r>
            <a:r>
              <a:rPr sz="2400" spc="45" dirty="0">
                <a:solidFill>
                  <a:srgbClr val="1B1B0F"/>
                </a:solidFill>
                <a:latin typeface="Trebuchet MS"/>
                <a:cs typeface="Trebuchet MS"/>
              </a:rPr>
              <a:t> </a:t>
            </a:r>
            <a:r>
              <a:rPr sz="2400" spc="95" dirty="0">
                <a:solidFill>
                  <a:srgbClr val="1B1B0F"/>
                </a:solidFill>
                <a:latin typeface="Trebuchet MS"/>
                <a:cs typeface="Trebuchet MS"/>
              </a:rPr>
              <a:t>at</a:t>
            </a:r>
            <a:r>
              <a:rPr sz="2400" spc="50" dirty="0">
                <a:solidFill>
                  <a:srgbClr val="1B1B0F"/>
                </a:solidFill>
                <a:latin typeface="Trebuchet MS"/>
                <a:cs typeface="Trebuchet MS"/>
              </a:rPr>
              <a:t> </a:t>
            </a:r>
            <a:r>
              <a:rPr sz="2400" spc="55" dirty="0">
                <a:solidFill>
                  <a:srgbClr val="1B1B0F"/>
                </a:solidFill>
                <a:latin typeface="Trebuchet MS"/>
                <a:cs typeface="Trebuchet MS"/>
              </a:rPr>
              <a:t>least.</a:t>
            </a:r>
            <a:endParaRPr sz="2400">
              <a:latin typeface="Trebuchet MS"/>
              <a:cs typeface="Trebuchet MS"/>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4342" rIns="0" bIns="0" rtlCol="0">
            <a:spAutoFit/>
          </a:bodyPr>
          <a:lstStyle/>
          <a:p>
            <a:pPr marL="168275">
              <a:lnSpc>
                <a:spcPct val="100000"/>
              </a:lnSpc>
              <a:spcBef>
                <a:spcPts val="100"/>
              </a:spcBef>
            </a:pPr>
            <a:r>
              <a:rPr dirty="0"/>
              <a:t>Pros</a:t>
            </a:r>
            <a:r>
              <a:rPr spc="-75" dirty="0"/>
              <a:t> </a:t>
            </a:r>
            <a:r>
              <a:rPr dirty="0"/>
              <a:t>and</a:t>
            </a:r>
            <a:r>
              <a:rPr spc="-75" dirty="0"/>
              <a:t> </a:t>
            </a:r>
            <a:r>
              <a:rPr dirty="0"/>
              <a:t>Cons</a:t>
            </a:r>
            <a:r>
              <a:rPr spc="-65" dirty="0"/>
              <a:t> </a:t>
            </a:r>
            <a:r>
              <a:rPr dirty="0"/>
              <a:t>of</a:t>
            </a:r>
            <a:r>
              <a:rPr spc="-75" dirty="0"/>
              <a:t> </a:t>
            </a:r>
            <a:r>
              <a:rPr dirty="0"/>
              <a:t>Raster</a:t>
            </a:r>
            <a:r>
              <a:rPr spc="-75" dirty="0"/>
              <a:t> </a:t>
            </a:r>
            <a:r>
              <a:rPr spc="-20" dirty="0"/>
              <a:t>Scan</a:t>
            </a:r>
          </a:p>
        </p:txBody>
      </p:sp>
      <p:sp>
        <p:nvSpPr>
          <p:cNvPr id="3" name="object 3"/>
          <p:cNvSpPr txBox="1"/>
          <p:nvPr/>
        </p:nvSpPr>
        <p:spPr>
          <a:xfrm>
            <a:off x="870026" y="2389949"/>
            <a:ext cx="5848350" cy="2251075"/>
          </a:xfrm>
          <a:prstGeom prst="rect">
            <a:avLst/>
          </a:prstGeom>
        </p:spPr>
        <p:txBody>
          <a:bodyPr vert="horz" wrap="square" lIns="0" tIns="12700" rIns="0" bIns="0" rtlCol="0">
            <a:spAutoFit/>
          </a:bodyPr>
          <a:lstStyle/>
          <a:p>
            <a:pPr marL="280035" indent="-267335">
              <a:lnSpc>
                <a:spcPct val="100000"/>
              </a:lnSpc>
              <a:spcBef>
                <a:spcPts val="100"/>
              </a:spcBef>
              <a:buChar char="•"/>
              <a:tabLst>
                <a:tab pos="280035" algn="l"/>
              </a:tabLst>
            </a:pPr>
            <a:r>
              <a:rPr sz="2400" spc="130" dirty="0">
                <a:solidFill>
                  <a:srgbClr val="1B1B0F"/>
                </a:solidFill>
                <a:latin typeface="Trebuchet MS"/>
                <a:cs typeface="Trebuchet MS"/>
              </a:rPr>
              <a:t>Requires</a:t>
            </a:r>
            <a:r>
              <a:rPr sz="2400" spc="60" dirty="0">
                <a:solidFill>
                  <a:srgbClr val="1B1B0F"/>
                </a:solidFill>
                <a:latin typeface="Trebuchet MS"/>
                <a:cs typeface="Trebuchet MS"/>
              </a:rPr>
              <a:t> </a:t>
            </a:r>
            <a:r>
              <a:rPr sz="2400" spc="130" dirty="0">
                <a:solidFill>
                  <a:srgbClr val="1B1B0F"/>
                </a:solidFill>
                <a:latin typeface="Trebuchet MS"/>
                <a:cs typeface="Trebuchet MS"/>
              </a:rPr>
              <a:t>simpler</a:t>
            </a:r>
            <a:r>
              <a:rPr sz="2400" spc="70" dirty="0">
                <a:solidFill>
                  <a:srgbClr val="1B1B0F"/>
                </a:solidFill>
                <a:latin typeface="Trebuchet MS"/>
                <a:cs typeface="Trebuchet MS"/>
              </a:rPr>
              <a:t> </a:t>
            </a:r>
            <a:r>
              <a:rPr sz="2400" spc="125" dirty="0">
                <a:solidFill>
                  <a:srgbClr val="1B1B0F"/>
                </a:solidFill>
                <a:latin typeface="Trebuchet MS"/>
                <a:cs typeface="Trebuchet MS"/>
              </a:rPr>
              <a:t>hardware</a:t>
            </a:r>
            <a:endParaRPr sz="2400">
              <a:latin typeface="Trebuchet MS"/>
              <a:cs typeface="Trebuchet MS"/>
            </a:endParaRPr>
          </a:p>
          <a:p>
            <a:pPr marL="280035" indent="-267335">
              <a:lnSpc>
                <a:spcPct val="100000"/>
              </a:lnSpc>
              <a:spcBef>
                <a:spcPts val="2000"/>
              </a:spcBef>
              <a:buChar char="•"/>
              <a:tabLst>
                <a:tab pos="280035" algn="l"/>
              </a:tabLst>
            </a:pPr>
            <a:r>
              <a:rPr sz="2400" spc="180" dirty="0">
                <a:solidFill>
                  <a:srgbClr val="1B1B0F"/>
                </a:solidFill>
                <a:latin typeface="Trebuchet MS"/>
                <a:cs typeface="Trebuchet MS"/>
              </a:rPr>
              <a:t>Good</a:t>
            </a:r>
            <a:r>
              <a:rPr sz="2400" spc="65" dirty="0">
                <a:solidFill>
                  <a:srgbClr val="1B1B0F"/>
                </a:solidFill>
                <a:latin typeface="Trebuchet MS"/>
                <a:cs typeface="Trebuchet MS"/>
              </a:rPr>
              <a:t> </a:t>
            </a:r>
            <a:r>
              <a:rPr sz="2400" spc="55" dirty="0">
                <a:solidFill>
                  <a:srgbClr val="1B1B0F"/>
                </a:solidFill>
                <a:latin typeface="Trebuchet MS"/>
                <a:cs typeface="Trebuchet MS"/>
              </a:rPr>
              <a:t>for</a:t>
            </a:r>
            <a:r>
              <a:rPr sz="2400" spc="60" dirty="0">
                <a:solidFill>
                  <a:srgbClr val="1B1B0F"/>
                </a:solidFill>
                <a:latin typeface="Trebuchet MS"/>
                <a:cs typeface="Trebuchet MS"/>
              </a:rPr>
              <a:t> </a:t>
            </a:r>
            <a:r>
              <a:rPr sz="2400" spc="150" dirty="0">
                <a:solidFill>
                  <a:srgbClr val="1B1B0F"/>
                </a:solidFill>
                <a:latin typeface="Trebuchet MS"/>
                <a:cs typeface="Trebuchet MS"/>
              </a:rPr>
              <a:t>generating</a:t>
            </a:r>
            <a:r>
              <a:rPr sz="2400" spc="55" dirty="0">
                <a:solidFill>
                  <a:srgbClr val="1B1B0F"/>
                </a:solidFill>
                <a:latin typeface="Trebuchet MS"/>
                <a:cs typeface="Trebuchet MS"/>
              </a:rPr>
              <a:t> </a:t>
            </a:r>
            <a:r>
              <a:rPr sz="2400" spc="155" dirty="0">
                <a:solidFill>
                  <a:srgbClr val="1B1B0F"/>
                </a:solidFill>
                <a:latin typeface="Trebuchet MS"/>
                <a:cs typeface="Trebuchet MS"/>
              </a:rPr>
              <a:t>complex</a:t>
            </a:r>
            <a:r>
              <a:rPr sz="2400" spc="50" dirty="0">
                <a:solidFill>
                  <a:srgbClr val="1B1B0F"/>
                </a:solidFill>
                <a:latin typeface="Trebuchet MS"/>
                <a:cs typeface="Trebuchet MS"/>
              </a:rPr>
              <a:t> </a:t>
            </a:r>
            <a:r>
              <a:rPr sz="2400" spc="114" dirty="0">
                <a:solidFill>
                  <a:srgbClr val="1B1B0F"/>
                </a:solidFill>
                <a:latin typeface="Trebuchet MS"/>
                <a:cs typeface="Trebuchet MS"/>
              </a:rPr>
              <a:t>scene.</a:t>
            </a:r>
            <a:endParaRPr sz="2400">
              <a:latin typeface="Trebuchet MS"/>
              <a:cs typeface="Trebuchet MS"/>
            </a:endParaRPr>
          </a:p>
          <a:p>
            <a:pPr marL="280035" indent="-267335">
              <a:lnSpc>
                <a:spcPct val="100000"/>
              </a:lnSpc>
              <a:spcBef>
                <a:spcPts val="2000"/>
              </a:spcBef>
              <a:buChar char="•"/>
              <a:tabLst>
                <a:tab pos="280035" algn="l"/>
              </a:tabLst>
            </a:pPr>
            <a:r>
              <a:rPr sz="2400" spc="210" dirty="0">
                <a:solidFill>
                  <a:srgbClr val="1B1B0F"/>
                </a:solidFill>
                <a:latin typeface="Trebuchet MS"/>
                <a:cs typeface="Trebuchet MS"/>
              </a:rPr>
              <a:t>No</a:t>
            </a:r>
            <a:r>
              <a:rPr sz="2400" spc="135" dirty="0">
                <a:solidFill>
                  <a:srgbClr val="1B1B0F"/>
                </a:solidFill>
                <a:latin typeface="Trebuchet MS"/>
                <a:cs typeface="Trebuchet MS"/>
              </a:rPr>
              <a:t> </a:t>
            </a:r>
            <a:r>
              <a:rPr sz="2400" dirty="0">
                <a:solidFill>
                  <a:srgbClr val="1B1B0F"/>
                </a:solidFill>
                <a:latin typeface="Trebuchet MS"/>
                <a:cs typeface="Trebuchet MS"/>
              </a:rPr>
              <a:t>flickr</a:t>
            </a:r>
            <a:r>
              <a:rPr sz="2400" spc="140" dirty="0">
                <a:solidFill>
                  <a:srgbClr val="1B1B0F"/>
                </a:solidFill>
                <a:latin typeface="Trebuchet MS"/>
                <a:cs typeface="Trebuchet MS"/>
              </a:rPr>
              <a:t> </a:t>
            </a:r>
            <a:r>
              <a:rPr sz="2400" spc="-10" dirty="0">
                <a:solidFill>
                  <a:srgbClr val="1B1B0F"/>
                </a:solidFill>
                <a:latin typeface="Trebuchet MS"/>
                <a:cs typeface="Trebuchet MS"/>
              </a:rPr>
              <a:t>effect.</a:t>
            </a:r>
            <a:endParaRPr sz="2400">
              <a:latin typeface="Trebuchet MS"/>
              <a:cs typeface="Trebuchet MS"/>
            </a:endParaRPr>
          </a:p>
          <a:p>
            <a:pPr marL="280035" indent="-267335">
              <a:lnSpc>
                <a:spcPct val="100000"/>
              </a:lnSpc>
              <a:spcBef>
                <a:spcPts val="2000"/>
              </a:spcBef>
              <a:buChar char="•"/>
              <a:tabLst>
                <a:tab pos="280035" algn="l"/>
              </a:tabLst>
            </a:pPr>
            <a:r>
              <a:rPr sz="2400" spc="165" dirty="0">
                <a:solidFill>
                  <a:srgbClr val="1B1B0F"/>
                </a:solidFill>
                <a:latin typeface="Trebuchet MS"/>
                <a:cs typeface="Trebuchet MS"/>
              </a:rPr>
              <a:t>Cheaper</a:t>
            </a:r>
            <a:r>
              <a:rPr sz="2400" spc="45" dirty="0">
                <a:solidFill>
                  <a:srgbClr val="1B1B0F"/>
                </a:solidFill>
                <a:latin typeface="Trebuchet MS"/>
                <a:cs typeface="Trebuchet MS"/>
              </a:rPr>
              <a:t> </a:t>
            </a:r>
            <a:r>
              <a:rPr sz="2400" spc="190" dirty="0">
                <a:solidFill>
                  <a:srgbClr val="1B1B0F"/>
                </a:solidFill>
                <a:latin typeface="Trebuchet MS"/>
                <a:cs typeface="Trebuchet MS"/>
              </a:rPr>
              <a:t>and</a:t>
            </a:r>
            <a:r>
              <a:rPr sz="2400" spc="60" dirty="0">
                <a:solidFill>
                  <a:srgbClr val="1B1B0F"/>
                </a:solidFill>
                <a:latin typeface="Trebuchet MS"/>
                <a:cs typeface="Trebuchet MS"/>
              </a:rPr>
              <a:t> </a:t>
            </a:r>
            <a:r>
              <a:rPr sz="2400" spc="160" dirty="0">
                <a:solidFill>
                  <a:srgbClr val="1B1B0F"/>
                </a:solidFill>
                <a:latin typeface="Trebuchet MS"/>
                <a:cs typeface="Trebuchet MS"/>
              </a:rPr>
              <a:t>very</a:t>
            </a:r>
            <a:r>
              <a:rPr sz="2400" spc="45" dirty="0">
                <a:solidFill>
                  <a:srgbClr val="1B1B0F"/>
                </a:solidFill>
                <a:latin typeface="Trebuchet MS"/>
                <a:cs typeface="Trebuchet MS"/>
              </a:rPr>
              <a:t> </a:t>
            </a:r>
            <a:r>
              <a:rPr sz="2400" spc="60" dirty="0">
                <a:solidFill>
                  <a:srgbClr val="1B1B0F"/>
                </a:solidFill>
                <a:latin typeface="Trebuchet MS"/>
                <a:cs typeface="Trebuchet MS"/>
              </a:rPr>
              <a:t>popular.</a:t>
            </a:r>
            <a:endParaRPr sz="2400">
              <a:latin typeface="Trebuchet MS"/>
              <a:cs typeface="Trebuchet MS"/>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3263" rIns="0" bIns="0" rtlCol="0">
            <a:spAutoFit/>
          </a:bodyPr>
          <a:lstStyle/>
          <a:p>
            <a:pPr marL="168275">
              <a:lnSpc>
                <a:spcPct val="100000"/>
              </a:lnSpc>
              <a:spcBef>
                <a:spcPts val="100"/>
              </a:spcBef>
            </a:pPr>
            <a:r>
              <a:rPr dirty="0"/>
              <a:t>Raster</a:t>
            </a:r>
            <a:r>
              <a:rPr spc="-165" dirty="0"/>
              <a:t> </a:t>
            </a:r>
            <a:r>
              <a:rPr spc="-10" dirty="0"/>
              <a:t>Image</a:t>
            </a:r>
          </a:p>
        </p:txBody>
      </p:sp>
      <p:sp>
        <p:nvSpPr>
          <p:cNvPr id="3" name="object 3"/>
          <p:cNvSpPr txBox="1"/>
          <p:nvPr/>
        </p:nvSpPr>
        <p:spPr>
          <a:xfrm>
            <a:off x="868578" y="2388870"/>
            <a:ext cx="7104380" cy="2618105"/>
          </a:xfrm>
          <a:prstGeom prst="rect">
            <a:avLst/>
          </a:prstGeom>
        </p:spPr>
        <p:txBody>
          <a:bodyPr vert="horz" wrap="square" lIns="0" tIns="12700" rIns="0" bIns="0" rtlCol="0">
            <a:spAutoFit/>
          </a:bodyPr>
          <a:lstStyle/>
          <a:p>
            <a:pPr marL="281940" marR="5080" indent="-269875">
              <a:lnSpc>
                <a:spcPct val="100000"/>
              </a:lnSpc>
              <a:spcBef>
                <a:spcPts val="100"/>
              </a:spcBef>
              <a:buChar char="•"/>
              <a:tabLst>
                <a:tab pos="281940" algn="l"/>
              </a:tabLst>
            </a:pPr>
            <a:r>
              <a:rPr sz="2400" spc="155" dirty="0">
                <a:solidFill>
                  <a:srgbClr val="1B1B0F"/>
                </a:solidFill>
                <a:latin typeface="Trebuchet MS"/>
                <a:cs typeface="Trebuchet MS"/>
              </a:rPr>
              <a:t>Also</a:t>
            </a:r>
            <a:r>
              <a:rPr sz="2400" spc="50" dirty="0">
                <a:solidFill>
                  <a:srgbClr val="1B1B0F"/>
                </a:solidFill>
                <a:latin typeface="Trebuchet MS"/>
                <a:cs typeface="Trebuchet MS"/>
              </a:rPr>
              <a:t> </a:t>
            </a:r>
            <a:r>
              <a:rPr sz="2400" spc="175" dirty="0">
                <a:solidFill>
                  <a:srgbClr val="1B1B0F"/>
                </a:solidFill>
                <a:latin typeface="Trebuchet MS"/>
                <a:cs typeface="Trebuchet MS"/>
              </a:rPr>
              <a:t>known</a:t>
            </a:r>
            <a:r>
              <a:rPr sz="2400" spc="60" dirty="0">
                <a:solidFill>
                  <a:srgbClr val="1B1B0F"/>
                </a:solidFill>
                <a:latin typeface="Trebuchet MS"/>
                <a:cs typeface="Trebuchet MS"/>
              </a:rPr>
              <a:t> </a:t>
            </a:r>
            <a:r>
              <a:rPr sz="2400" spc="229" dirty="0">
                <a:solidFill>
                  <a:srgbClr val="1B1B0F"/>
                </a:solidFill>
                <a:latin typeface="Trebuchet MS"/>
                <a:cs typeface="Trebuchet MS"/>
              </a:rPr>
              <a:t>as</a:t>
            </a:r>
            <a:r>
              <a:rPr sz="2400" spc="50" dirty="0">
                <a:solidFill>
                  <a:srgbClr val="1B1B0F"/>
                </a:solidFill>
                <a:latin typeface="Trebuchet MS"/>
                <a:cs typeface="Trebuchet MS"/>
              </a:rPr>
              <a:t> </a:t>
            </a:r>
            <a:r>
              <a:rPr sz="2400" spc="140" dirty="0">
                <a:solidFill>
                  <a:srgbClr val="1B1B0F"/>
                </a:solidFill>
                <a:latin typeface="Trebuchet MS"/>
                <a:cs typeface="Trebuchet MS"/>
              </a:rPr>
              <a:t>bitmap</a:t>
            </a:r>
            <a:r>
              <a:rPr sz="2400" spc="50" dirty="0">
                <a:solidFill>
                  <a:srgbClr val="1B1B0F"/>
                </a:solidFill>
                <a:latin typeface="Trebuchet MS"/>
                <a:cs typeface="Trebuchet MS"/>
              </a:rPr>
              <a:t> </a:t>
            </a:r>
            <a:r>
              <a:rPr sz="2400" spc="195" dirty="0">
                <a:solidFill>
                  <a:srgbClr val="1B1B0F"/>
                </a:solidFill>
                <a:latin typeface="Trebuchet MS"/>
                <a:cs typeface="Trebuchet MS"/>
              </a:rPr>
              <a:t>image</a:t>
            </a:r>
            <a:r>
              <a:rPr sz="2400" spc="40" dirty="0">
                <a:solidFill>
                  <a:srgbClr val="1B1B0F"/>
                </a:solidFill>
                <a:latin typeface="Trebuchet MS"/>
                <a:cs typeface="Trebuchet MS"/>
              </a:rPr>
              <a:t> </a:t>
            </a:r>
            <a:r>
              <a:rPr sz="2400" spc="130" dirty="0">
                <a:solidFill>
                  <a:srgbClr val="1B1B0F"/>
                </a:solidFill>
                <a:latin typeface="Trebuchet MS"/>
                <a:cs typeface="Trebuchet MS"/>
              </a:rPr>
              <a:t>which</a:t>
            </a:r>
            <a:r>
              <a:rPr sz="2400" spc="50" dirty="0">
                <a:solidFill>
                  <a:srgbClr val="1B1B0F"/>
                </a:solidFill>
                <a:latin typeface="Trebuchet MS"/>
                <a:cs typeface="Trebuchet MS"/>
              </a:rPr>
              <a:t> </a:t>
            </a:r>
            <a:r>
              <a:rPr sz="2400" spc="120" dirty="0">
                <a:solidFill>
                  <a:srgbClr val="1B1B0F"/>
                </a:solidFill>
                <a:latin typeface="Trebuchet MS"/>
                <a:cs typeface="Trebuchet MS"/>
              </a:rPr>
              <a:t>is</a:t>
            </a:r>
            <a:r>
              <a:rPr sz="2400" spc="50" dirty="0">
                <a:solidFill>
                  <a:srgbClr val="1B1B0F"/>
                </a:solidFill>
                <a:latin typeface="Trebuchet MS"/>
                <a:cs typeface="Trebuchet MS"/>
              </a:rPr>
              <a:t> </a:t>
            </a:r>
            <a:r>
              <a:rPr sz="2400" spc="125" dirty="0">
                <a:solidFill>
                  <a:srgbClr val="1B1B0F"/>
                </a:solidFill>
                <a:latin typeface="Trebuchet MS"/>
                <a:cs typeface="Trebuchet MS"/>
              </a:rPr>
              <a:t>grid</a:t>
            </a:r>
            <a:r>
              <a:rPr sz="2400" spc="50" dirty="0">
                <a:solidFill>
                  <a:srgbClr val="1B1B0F"/>
                </a:solidFill>
                <a:latin typeface="Trebuchet MS"/>
                <a:cs typeface="Trebuchet MS"/>
              </a:rPr>
              <a:t> </a:t>
            </a:r>
            <a:r>
              <a:rPr sz="2400" spc="35" dirty="0">
                <a:solidFill>
                  <a:srgbClr val="1B1B0F"/>
                </a:solidFill>
                <a:latin typeface="Trebuchet MS"/>
                <a:cs typeface="Trebuchet MS"/>
              </a:rPr>
              <a:t>of </a:t>
            </a:r>
            <a:r>
              <a:rPr sz="2400" spc="65" dirty="0">
                <a:solidFill>
                  <a:srgbClr val="1B1B0F"/>
                </a:solidFill>
                <a:latin typeface="Trebuchet MS"/>
                <a:cs typeface="Trebuchet MS"/>
              </a:rPr>
              <a:t>pixels.</a:t>
            </a:r>
            <a:endParaRPr sz="2400">
              <a:latin typeface="Trebuchet MS"/>
              <a:cs typeface="Trebuchet MS"/>
            </a:endParaRPr>
          </a:p>
          <a:p>
            <a:pPr marL="281940" indent="-269240">
              <a:lnSpc>
                <a:spcPct val="100000"/>
              </a:lnSpc>
              <a:spcBef>
                <a:spcPts val="2000"/>
              </a:spcBef>
              <a:buChar char="•"/>
              <a:tabLst>
                <a:tab pos="281940" algn="l"/>
              </a:tabLst>
            </a:pPr>
            <a:r>
              <a:rPr sz="2400" spc="155" dirty="0">
                <a:solidFill>
                  <a:srgbClr val="1B1B0F"/>
                </a:solidFill>
                <a:latin typeface="Trebuchet MS"/>
                <a:cs typeface="Trebuchet MS"/>
              </a:rPr>
              <a:t>They</a:t>
            </a:r>
            <a:r>
              <a:rPr sz="2400" spc="45" dirty="0">
                <a:solidFill>
                  <a:srgbClr val="1B1B0F"/>
                </a:solidFill>
                <a:latin typeface="Trebuchet MS"/>
                <a:cs typeface="Trebuchet MS"/>
              </a:rPr>
              <a:t> </a:t>
            </a:r>
            <a:r>
              <a:rPr sz="2400" spc="170" dirty="0">
                <a:solidFill>
                  <a:srgbClr val="1B1B0F"/>
                </a:solidFill>
                <a:latin typeface="Trebuchet MS"/>
                <a:cs typeface="Trebuchet MS"/>
              </a:rPr>
              <a:t>can</a:t>
            </a:r>
            <a:r>
              <a:rPr sz="2400" spc="55" dirty="0">
                <a:solidFill>
                  <a:srgbClr val="1B1B0F"/>
                </a:solidFill>
                <a:latin typeface="Trebuchet MS"/>
                <a:cs typeface="Trebuchet MS"/>
              </a:rPr>
              <a:t> </a:t>
            </a:r>
            <a:r>
              <a:rPr sz="2400" spc="165" dirty="0">
                <a:solidFill>
                  <a:srgbClr val="1B1B0F"/>
                </a:solidFill>
                <a:latin typeface="Trebuchet MS"/>
                <a:cs typeface="Trebuchet MS"/>
              </a:rPr>
              <a:t>be</a:t>
            </a:r>
            <a:r>
              <a:rPr sz="2400" spc="45" dirty="0">
                <a:solidFill>
                  <a:srgbClr val="1B1B0F"/>
                </a:solidFill>
                <a:latin typeface="Trebuchet MS"/>
                <a:cs typeface="Trebuchet MS"/>
              </a:rPr>
              <a:t> </a:t>
            </a:r>
            <a:r>
              <a:rPr sz="2400" spc="140" dirty="0">
                <a:solidFill>
                  <a:srgbClr val="1B1B0F"/>
                </a:solidFill>
                <a:latin typeface="Trebuchet MS"/>
                <a:cs typeface="Trebuchet MS"/>
              </a:rPr>
              <a:t>compressed.</a:t>
            </a:r>
            <a:endParaRPr sz="2400">
              <a:latin typeface="Trebuchet MS"/>
              <a:cs typeface="Trebuchet MS"/>
            </a:endParaRPr>
          </a:p>
          <a:p>
            <a:pPr marL="281940" indent="-269240">
              <a:lnSpc>
                <a:spcPct val="100000"/>
              </a:lnSpc>
              <a:spcBef>
                <a:spcPts val="2010"/>
              </a:spcBef>
              <a:buChar char="•"/>
              <a:tabLst>
                <a:tab pos="281940" algn="l"/>
              </a:tabLst>
            </a:pPr>
            <a:r>
              <a:rPr sz="2400" spc="125" dirty="0">
                <a:solidFill>
                  <a:srgbClr val="1B1B0F"/>
                </a:solidFill>
                <a:latin typeface="Trebuchet MS"/>
                <a:cs typeface="Trebuchet MS"/>
              </a:rPr>
              <a:t>Created</a:t>
            </a:r>
            <a:r>
              <a:rPr sz="2400" spc="55" dirty="0">
                <a:solidFill>
                  <a:srgbClr val="1B1B0F"/>
                </a:solidFill>
                <a:latin typeface="Trebuchet MS"/>
                <a:cs typeface="Trebuchet MS"/>
              </a:rPr>
              <a:t> </a:t>
            </a:r>
            <a:r>
              <a:rPr sz="2400" spc="190" dirty="0">
                <a:solidFill>
                  <a:srgbClr val="1B1B0F"/>
                </a:solidFill>
                <a:latin typeface="Trebuchet MS"/>
                <a:cs typeface="Trebuchet MS"/>
              </a:rPr>
              <a:t>using</a:t>
            </a:r>
            <a:r>
              <a:rPr sz="2400" spc="60" dirty="0">
                <a:solidFill>
                  <a:srgbClr val="1B1B0F"/>
                </a:solidFill>
                <a:latin typeface="Trebuchet MS"/>
                <a:cs typeface="Trebuchet MS"/>
              </a:rPr>
              <a:t> </a:t>
            </a:r>
            <a:r>
              <a:rPr sz="2400" spc="160" dirty="0">
                <a:solidFill>
                  <a:srgbClr val="1B1B0F"/>
                </a:solidFill>
                <a:latin typeface="Trebuchet MS"/>
                <a:cs typeface="Trebuchet MS"/>
              </a:rPr>
              <a:t>photoshop</a:t>
            </a:r>
            <a:r>
              <a:rPr sz="2400" spc="60" dirty="0">
                <a:solidFill>
                  <a:srgbClr val="1B1B0F"/>
                </a:solidFill>
                <a:latin typeface="Trebuchet MS"/>
                <a:cs typeface="Trebuchet MS"/>
              </a:rPr>
              <a:t> </a:t>
            </a:r>
            <a:r>
              <a:rPr sz="2400" spc="110" dirty="0">
                <a:solidFill>
                  <a:srgbClr val="1B1B0F"/>
                </a:solidFill>
                <a:latin typeface="Trebuchet MS"/>
                <a:cs typeface="Trebuchet MS"/>
              </a:rPr>
              <a:t>or</a:t>
            </a:r>
            <a:r>
              <a:rPr sz="2400" spc="55" dirty="0">
                <a:solidFill>
                  <a:srgbClr val="1B1B0F"/>
                </a:solidFill>
                <a:latin typeface="Trebuchet MS"/>
                <a:cs typeface="Trebuchet MS"/>
              </a:rPr>
              <a:t> </a:t>
            </a:r>
            <a:r>
              <a:rPr sz="2400" spc="180" dirty="0">
                <a:solidFill>
                  <a:srgbClr val="1B1B0F"/>
                </a:solidFill>
                <a:latin typeface="Trebuchet MS"/>
                <a:cs typeface="Trebuchet MS"/>
              </a:rPr>
              <a:t>gimp</a:t>
            </a:r>
            <a:endParaRPr sz="2400">
              <a:latin typeface="Trebuchet MS"/>
              <a:cs typeface="Trebuchet MS"/>
            </a:endParaRPr>
          </a:p>
          <a:p>
            <a:pPr marL="281940" indent="-269240">
              <a:lnSpc>
                <a:spcPct val="100000"/>
              </a:lnSpc>
              <a:spcBef>
                <a:spcPts val="2000"/>
              </a:spcBef>
              <a:buChar char="•"/>
              <a:tabLst>
                <a:tab pos="281940" algn="l"/>
              </a:tabLst>
            </a:pPr>
            <a:r>
              <a:rPr sz="2400" spc="80" dirty="0">
                <a:solidFill>
                  <a:srgbClr val="1B1B0F"/>
                </a:solidFill>
                <a:latin typeface="Trebuchet MS"/>
                <a:cs typeface="Trebuchet MS"/>
              </a:rPr>
              <a:t>For</a:t>
            </a:r>
            <a:r>
              <a:rPr sz="2400" spc="-5" dirty="0">
                <a:solidFill>
                  <a:srgbClr val="1B1B0F"/>
                </a:solidFill>
                <a:latin typeface="Trebuchet MS"/>
                <a:cs typeface="Trebuchet MS"/>
              </a:rPr>
              <a:t> </a:t>
            </a:r>
            <a:r>
              <a:rPr sz="2400" spc="50" dirty="0">
                <a:solidFill>
                  <a:srgbClr val="1B1B0F"/>
                </a:solidFill>
                <a:latin typeface="Trebuchet MS"/>
                <a:cs typeface="Trebuchet MS"/>
              </a:rPr>
              <a:t>e.g,</a:t>
            </a:r>
            <a:r>
              <a:rPr sz="2400" spc="10" dirty="0">
                <a:solidFill>
                  <a:srgbClr val="1B1B0F"/>
                </a:solidFill>
                <a:latin typeface="Trebuchet MS"/>
                <a:cs typeface="Trebuchet MS"/>
              </a:rPr>
              <a:t> </a:t>
            </a:r>
            <a:r>
              <a:rPr sz="2400" spc="55" dirty="0">
                <a:solidFill>
                  <a:srgbClr val="1B1B0F"/>
                </a:solidFill>
                <a:latin typeface="Trebuchet MS"/>
                <a:cs typeface="Trebuchet MS"/>
              </a:rPr>
              <a:t>GIF,</a:t>
            </a:r>
            <a:r>
              <a:rPr sz="2400" spc="10" dirty="0">
                <a:solidFill>
                  <a:srgbClr val="1B1B0F"/>
                </a:solidFill>
                <a:latin typeface="Trebuchet MS"/>
                <a:cs typeface="Trebuchet MS"/>
              </a:rPr>
              <a:t> </a:t>
            </a:r>
            <a:r>
              <a:rPr sz="2400" spc="-20" dirty="0">
                <a:solidFill>
                  <a:srgbClr val="1B1B0F"/>
                </a:solidFill>
                <a:latin typeface="Trebuchet MS"/>
                <a:cs typeface="Trebuchet MS"/>
              </a:rPr>
              <a:t>JPG,</a:t>
            </a:r>
            <a:r>
              <a:rPr sz="2400" spc="15" dirty="0">
                <a:solidFill>
                  <a:srgbClr val="1B1B0F"/>
                </a:solidFill>
                <a:latin typeface="Trebuchet MS"/>
                <a:cs typeface="Trebuchet MS"/>
              </a:rPr>
              <a:t> </a:t>
            </a:r>
            <a:r>
              <a:rPr sz="2400" spc="160" dirty="0">
                <a:solidFill>
                  <a:srgbClr val="1B1B0F"/>
                </a:solidFill>
                <a:latin typeface="Trebuchet MS"/>
                <a:cs typeface="Trebuchet MS"/>
              </a:rPr>
              <a:t>PNG</a:t>
            </a:r>
            <a:endParaRPr sz="2400">
              <a:latin typeface="Trebuchet MS"/>
              <a:cs typeface="Trebuchet M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2862</TotalTime>
  <Words>3118</Words>
  <Application>Microsoft Office PowerPoint</Application>
  <PresentationFormat>On-screen Show (4:3)</PresentationFormat>
  <Paragraphs>500</Paragraphs>
  <Slides>93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93</vt:i4>
      </vt:variant>
    </vt:vector>
  </HeadingPairs>
  <TitlesOfParts>
    <vt:vector size="104" baseType="lpstr">
      <vt:lpstr>Arial Unicode MS</vt:lpstr>
      <vt:lpstr>Arial</vt:lpstr>
      <vt:lpstr>Arial MT</vt:lpstr>
      <vt:lpstr>Calibri</vt:lpstr>
      <vt:lpstr>Calibri Light</vt:lpstr>
      <vt:lpstr>Courier New</vt:lpstr>
      <vt:lpstr>Symbol</vt:lpstr>
      <vt:lpstr>Times New Roman</vt:lpstr>
      <vt:lpstr>Trebuchet MS</vt:lpstr>
      <vt:lpstr>Verdana</vt:lpstr>
      <vt:lpstr>Office Theme</vt:lpstr>
      <vt:lpstr>Image Processing</vt:lpstr>
      <vt:lpstr>What is an Image?</vt:lpstr>
      <vt:lpstr>PowerPoint Presentation</vt:lpstr>
      <vt:lpstr>What is an Image?</vt:lpstr>
      <vt:lpstr>        IMAGE FILE FORMATS:TYPES GIF Characteristics 256 colors  Supports animation  Applications Simple animations  Stickers </vt:lpstr>
      <vt:lpstr>PowerPoint Presentation</vt:lpstr>
      <vt:lpstr>PowerPoint Presentation</vt:lpstr>
      <vt:lpstr>PowerPoint Presentation</vt:lpstr>
      <vt:lpstr>PowerPoint Presentation</vt:lpstr>
      <vt:lpstr>PowerPoint Presentation</vt:lpstr>
      <vt:lpstr>Compression reduces the amount of storage required by removing redundant or unnecessary information. </vt:lpstr>
      <vt:lpstr>PowerPoint Presentation</vt:lpstr>
      <vt:lpstr>PowerPoint Presentation</vt:lpstr>
      <vt:lpstr>PowerPoint Presentation</vt:lpstr>
      <vt:lpstr>PowerPoint Presentation</vt:lpstr>
      <vt:lpstr>PowerPoint Presentation</vt:lpstr>
      <vt:lpstr>Image Sampling and Quantization</vt:lpstr>
      <vt:lpstr>Wht is multimedia?</vt:lpstr>
      <vt:lpstr>What is multimedia?</vt:lpstr>
      <vt:lpstr>What is multimedia?</vt:lpstr>
      <vt:lpstr>What is multimedia?</vt:lpstr>
      <vt:lpstr>What is multimedia?</vt:lpstr>
      <vt:lpstr>What is multimedia?</vt:lpstr>
      <vt:lpstr>What is multimedia?</vt:lpstr>
      <vt:lpstr>What is multimedia?</vt:lpstr>
      <vt:lpstr>What is multimedia?</vt:lpstr>
      <vt:lpstr>What is multimedia?</vt:lpstr>
      <vt:lpstr>What is multimedia?</vt:lpstr>
      <vt:lpstr>What is multimedia?</vt:lpstr>
      <vt:lpstr>What is multimedia?</vt:lpstr>
      <vt:lpstr>What is multimedia?</vt:lpstr>
      <vt:lpstr>What is multimedia?</vt:lpstr>
      <vt:lpstr>What is multimedia?</vt:lpstr>
      <vt:lpstr>What is multimedia?</vt:lpstr>
      <vt:lpstr>What is multimedia?</vt:lpstr>
      <vt:lpstr>PowerPoint Presentation</vt:lpstr>
      <vt:lpstr>Digital Image Processing</vt:lpstr>
      <vt:lpstr>PowerPoint Presentation</vt:lpstr>
      <vt:lpstr>PowerPoint Presentation</vt:lpstr>
      <vt:lpstr>PowerPoint Presentation</vt:lpstr>
      <vt:lpstr>Digital Image Processing</vt:lpstr>
      <vt:lpstr>Digital Image Processing</vt:lpstr>
      <vt:lpstr>Low Level Image Processing</vt:lpstr>
      <vt:lpstr>Low Level Image Processing</vt:lpstr>
      <vt:lpstr>Mid-Level</vt:lpstr>
      <vt:lpstr>Mid-Level</vt:lpstr>
      <vt:lpstr>Mid-Level</vt:lpstr>
      <vt:lpstr>High Level</vt:lpstr>
      <vt:lpstr>High Level</vt:lpstr>
      <vt:lpstr>High Level</vt:lpstr>
      <vt:lpstr>PowerPoint Presentation</vt:lpstr>
      <vt:lpstr>PowerPoint Presentation</vt:lpstr>
      <vt:lpstr>PowerPoint Presentation</vt:lpstr>
      <vt:lpstr>PowerPoint Presentation</vt:lpstr>
      <vt:lpstr>Image Recognition</vt:lpstr>
      <vt:lpstr>PowerPoint Presentation</vt:lpstr>
      <vt:lpstr>Image Recognition</vt:lpstr>
      <vt:lpstr>Image Recognition Steps</vt:lpstr>
      <vt:lpstr>Image Recognition Steps</vt:lpstr>
      <vt:lpstr>Image Recognition Steps</vt:lpstr>
      <vt:lpstr>Image Recognition Steps</vt:lpstr>
      <vt:lpstr>Image Recognition Steps</vt:lpstr>
      <vt:lpstr>PowerPoint Presentation</vt:lpstr>
      <vt:lpstr>PowerPoint Presentation</vt:lpstr>
      <vt:lpstr>JPEG</vt:lpstr>
      <vt:lpstr>TIFF</vt:lpstr>
      <vt:lpstr>PowerPoint Presentation</vt:lpstr>
      <vt:lpstr>PNG</vt:lpstr>
      <vt:lpstr>PS</vt:lpstr>
      <vt:lpstr>PowerPoint Presentation</vt:lpstr>
      <vt:lpstr>File Formats</vt:lpstr>
      <vt:lpstr>File Formats</vt:lpstr>
      <vt:lpstr>Computer Graphics</vt:lpstr>
      <vt:lpstr>Components of CG</vt:lpstr>
      <vt:lpstr>Components of CG</vt:lpstr>
      <vt:lpstr>Host Computer</vt:lpstr>
      <vt:lpstr>Display Controller</vt:lpstr>
      <vt:lpstr>Display Controller</vt:lpstr>
      <vt:lpstr>Display Controller</vt:lpstr>
      <vt:lpstr>Video Memory</vt:lpstr>
      <vt:lpstr>Video Controller</vt:lpstr>
      <vt:lpstr>Types of Graphics Devices</vt:lpstr>
      <vt:lpstr>Vector Scan Devices</vt:lpstr>
      <vt:lpstr>Raster Scan Device</vt:lpstr>
      <vt:lpstr>Raster Scan Device</vt:lpstr>
      <vt:lpstr>Vector Image</vt:lpstr>
      <vt:lpstr>Raster Scan Device</vt:lpstr>
      <vt:lpstr>Raster Scan Device</vt:lpstr>
      <vt:lpstr>Raster Scan Device</vt:lpstr>
      <vt:lpstr>Screen Refreshing</vt:lpstr>
      <vt:lpstr>Screen Refreshing</vt:lpstr>
      <vt:lpstr>Pros and Cons of Raster Scan</vt:lpstr>
      <vt:lpstr>Raster Image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acer</dc:creator>
  <cp:lastModifiedBy>Rubin RC</cp:lastModifiedBy>
  <cp:revision>17</cp:revision>
  <dcterms:created xsi:type="dcterms:W3CDTF">2026-06-30T05:33:51Z</dcterms:created>
  <dcterms:modified xsi:type="dcterms:W3CDTF">2026-07-02T07:18:21Z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2024-07-08T00:00:00Z</vt:filetime>
  </property>
  <property fmtid="{D5CDD505-2E9C-101B-9397-08002B2CF9AE}" pid="4" name="Creator">
    <vt:lpwstr>Impress</vt:lpwstr>
  </property>
  <property fmtid="{D5CDD505-2E9C-101B-9397-08002B2CF9AE}" pid="5" name="LastSaved">
    <vt:filetime>2026-06-30T00:00:00Z</vt:filetime>
  </property>
  <property fmtid="{D5CDD505-2E9C-101B-9397-08002B2CF9AE}" pid="6" name="Producer">
    <vt:lpwstr>3.0.37 (5.1.21) </vt:lpwstr>
  </property>
</Properties>
</file>